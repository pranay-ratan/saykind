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Atkinson Hyperlegible"/>
      <p:regular r:id="rId12"/>
    </p:embeddedFont>
    <p:embeddedFont>
      <p:font typeface="Atkinson Hyperlegible Bold"/>
      <p:regular r:id="rId13"/>
      <p:bold r:id="rId14"/>
    </p:embeddedFont>
    <p:embeddedFont>
      <p:font typeface="Century Gothic Paneuropean" panose="020B0502020202020204" pitchFamily="34" charset="0"/>
      <p:regular r:id="rId15"/>
    </p:embeddedFont>
    <p:embeddedFont>
      <p:font typeface="Evolve Sans Bold" panose="02000806000000020004" pitchFamily="2" charset="77"/>
      <p:bold r:id="rId16"/>
    </p:embeddedFont>
    <p:embeddedFont>
      <p:font typeface="HK Grotesk Bold" pitchFamily="2" charset="77"/>
      <p:regular r:id="rId17"/>
      <p:bold r:id="rId18"/>
    </p:embeddedFont>
    <p:embeddedFont>
      <p:font typeface="HK Grotesk Medium" pitchFamily="2" charset="77"/>
      <p:regular r:id="rId19"/>
    </p:embeddedFont>
    <p:embeddedFont>
      <p:font typeface="Inter" panose="02000503000000020004" pitchFamily="2" charset="0"/>
      <p:regular r:id="rId20"/>
    </p:embeddedFont>
    <p:embeddedFont>
      <p:font typeface="Lexend Deca"/>
      <p:regular r:id="rId21"/>
    </p:embeddedFont>
    <p:embeddedFont>
      <p:font typeface="TT Commons Pro Bold" panose="020B0103030102020204" pitchFamily="34" charset="77"/>
      <p:bold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171" autoAdjust="0"/>
    <p:restoredTop sz="94003" autoAdjust="0"/>
  </p:normalViewPr>
  <p:slideViewPr>
    <p:cSldViewPr>
      <p:cViewPr varScale="1">
        <p:scale>
          <a:sx n="72" d="100"/>
          <a:sy n="72" d="100"/>
        </p:scale>
        <p:origin x="592" y="2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8.png"/><Relationship Id="rId18" Type="http://schemas.openxmlformats.org/officeDocument/2006/relationships/image" Target="../media/image23.png"/><Relationship Id="rId26" Type="http://schemas.openxmlformats.org/officeDocument/2006/relationships/image" Target="../media/image31.png"/><Relationship Id="rId3" Type="http://schemas.openxmlformats.org/officeDocument/2006/relationships/image" Target="../media/image8.png"/><Relationship Id="rId21" Type="http://schemas.openxmlformats.org/officeDocument/2006/relationships/image" Target="../media/image26.png"/><Relationship Id="rId34" Type="http://schemas.openxmlformats.org/officeDocument/2006/relationships/image" Target="../media/image39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17" Type="http://schemas.openxmlformats.org/officeDocument/2006/relationships/image" Target="../media/image22.png"/><Relationship Id="rId25" Type="http://schemas.openxmlformats.org/officeDocument/2006/relationships/image" Target="../media/image30.png"/><Relationship Id="rId33" Type="http://schemas.openxmlformats.org/officeDocument/2006/relationships/image" Target="../media/image38.png"/><Relationship Id="rId2" Type="http://schemas.openxmlformats.org/officeDocument/2006/relationships/image" Target="../media/image7.png"/><Relationship Id="rId16" Type="http://schemas.openxmlformats.org/officeDocument/2006/relationships/image" Target="../media/image21.png"/><Relationship Id="rId20" Type="http://schemas.openxmlformats.org/officeDocument/2006/relationships/image" Target="../media/image25.png"/><Relationship Id="rId29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24" Type="http://schemas.openxmlformats.org/officeDocument/2006/relationships/image" Target="../media/image29.png"/><Relationship Id="rId32" Type="http://schemas.openxmlformats.org/officeDocument/2006/relationships/image" Target="../media/image37.png"/><Relationship Id="rId5" Type="http://schemas.openxmlformats.org/officeDocument/2006/relationships/image" Target="../media/image10.png"/><Relationship Id="rId15" Type="http://schemas.openxmlformats.org/officeDocument/2006/relationships/image" Target="../media/image20.png"/><Relationship Id="rId23" Type="http://schemas.openxmlformats.org/officeDocument/2006/relationships/image" Target="../media/image28.png"/><Relationship Id="rId28" Type="http://schemas.openxmlformats.org/officeDocument/2006/relationships/image" Target="../media/image33.png"/><Relationship Id="rId10" Type="http://schemas.openxmlformats.org/officeDocument/2006/relationships/image" Target="../media/image15.png"/><Relationship Id="rId19" Type="http://schemas.openxmlformats.org/officeDocument/2006/relationships/image" Target="../media/image24.png"/><Relationship Id="rId31" Type="http://schemas.openxmlformats.org/officeDocument/2006/relationships/image" Target="../media/image36.png"/><Relationship Id="rId4" Type="http://schemas.openxmlformats.org/officeDocument/2006/relationships/image" Target="../media/image9.png"/><Relationship Id="rId9" Type="http://schemas.openxmlformats.org/officeDocument/2006/relationships/image" Target="../media/image14.png"/><Relationship Id="rId14" Type="http://schemas.openxmlformats.org/officeDocument/2006/relationships/image" Target="../media/image19.png"/><Relationship Id="rId22" Type="http://schemas.openxmlformats.org/officeDocument/2006/relationships/image" Target="../media/image27.png"/><Relationship Id="rId27" Type="http://schemas.openxmlformats.org/officeDocument/2006/relationships/image" Target="../media/image32.png"/><Relationship Id="rId30" Type="http://schemas.openxmlformats.org/officeDocument/2006/relationships/image" Target="../media/image35.png"/><Relationship Id="rId8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8.png"/><Relationship Id="rId18" Type="http://schemas.openxmlformats.org/officeDocument/2006/relationships/image" Target="../media/image23.png"/><Relationship Id="rId26" Type="http://schemas.openxmlformats.org/officeDocument/2006/relationships/image" Target="../media/image31.png"/><Relationship Id="rId3" Type="http://schemas.openxmlformats.org/officeDocument/2006/relationships/image" Target="../media/image8.png"/><Relationship Id="rId21" Type="http://schemas.openxmlformats.org/officeDocument/2006/relationships/image" Target="../media/image26.png"/><Relationship Id="rId34" Type="http://schemas.openxmlformats.org/officeDocument/2006/relationships/image" Target="../media/image49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17" Type="http://schemas.openxmlformats.org/officeDocument/2006/relationships/image" Target="../media/image43.png"/><Relationship Id="rId25" Type="http://schemas.openxmlformats.org/officeDocument/2006/relationships/image" Target="../media/image30.png"/><Relationship Id="rId33" Type="http://schemas.openxmlformats.org/officeDocument/2006/relationships/image" Target="../media/image38.png"/><Relationship Id="rId2" Type="http://schemas.openxmlformats.org/officeDocument/2006/relationships/image" Target="../media/image7.png"/><Relationship Id="rId16" Type="http://schemas.openxmlformats.org/officeDocument/2006/relationships/image" Target="../media/image21.png"/><Relationship Id="rId20" Type="http://schemas.openxmlformats.org/officeDocument/2006/relationships/image" Target="../media/image25.png"/><Relationship Id="rId29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11" Type="http://schemas.openxmlformats.org/officeDocument/2006/relationships/image" Target="../media/image16.png"/><Relationship Id="rId24" Type="http://schemas.openxmlformats.org/officeDocument/2006/relationships/image" Target="../media/image46.png"/><Relationship Id="rId32" Type="http://schemas.openxmlformats.org/officeDocument/2006/relationships/image" Target="../media/image37.png"/><Relationship Id="rId5" Type="http://schemas.openxmlformats.org/officeDocument/2006/relationships/image" Target="../media/image10.png"/><Relationship Id="rId15" Type="http://schemas.openxmlformats.org/officeDocument/2006/relationships/image" Target="../media/image20.png"/><Relationship Id="rId23" Type="http://schemas.openxmlformats.org/officeDocument/2006/relationships/image" Target="../media/image28.png"/><Relationship Id="rId28" Type="http://schemas.openxmlformats.org/officeDocument/2006/relationships/image" Target="../media/image33.png"/><Relationship Id="rId10" Type="http://schemas.openxmlformats.org/officeDocument/2006/relationships/image" Target="../media/image15.png"/><Relationship Id="rId19" Type="http://schemas.openxmlformats.org/officeDocument/2006/relationships/image" Target="../media/image44.png"/><Relationship Id="rId31" Type="http://schemas.openxmlformats.org/officeDocument/2006/relationships/image" Target="../media/image48.png"/><Relationship Id="rId4" Type="http://schemas.openxmlformats.org/officeDocument/2006/relationships/image" Target="../media/image9.png"/><Relationship Id="rId9" Type="http://schemas.openxmlformats.org/officeDocument/2006/relationships/image" Target="../media/image41.png"/><Relationship Id="rId14" Type="http://schemas.openxmlformats.org/officeDocument/2006/relationships/image" Target="../media/image42.png"/><Relationship Id="rId22" Type="http://schemas.openxmlformats.org/officeDocument/2006/relationships/image" Target="../media/image45.png"/><Relationship Id="rId27" Type="http://schemas.openxmlformats.org/officeDocument/2006/relationships/image" Target="../media/image47.png"/><Relationship Id="rId30" Type="http://schemas.openxmlformats.org/officeDocument/2006/relationships/image" Target="../media/image35.png"/><Relationship Id="rId8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8.png"/><Relationship Id="rId18" Type="http://schemas.openxmlformats.org/officeDocument/2006/relationships/image" Target="../media/image23.png"/><Relationship Id="rId26" Type="http://schemas.openxmlformats.org/officeDocument/2006/relationships/image" Target="../media/image31.png"/><Relationship Id="rId3" Type="http://schemas.openxmlformats.org/officeDocument/2006/relationships/image" Target="../media/image8.png"/><Relationship Id="rId21" Type="http://schemas.openxmlformats.org/officeDocument/2006/relationships/image" Target="../media/image26.png"/><Relationship Id="rId34" Type="http://schemas.openxmlformats.org/officeDocument/2006/relationships/image" Target="../media/image59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17" Type="http://schemas.openxmlformats.org/officeDocument/2006/relationships/image" Target="../media/image53.png"/><Relationship Id="rId25" Type="http://schemas.openxmlformats.org/officeDocument/2006/relationships/image" Target="../media/image30.png"/><Relationship Id="rId33" Type="http://schemas.openxmlformats.org/officeDocument/2006/relationships/image" Target="../media/image38.png"/><Relationship Id="rId2" Type="http://schemas.openxmlformats.org/officeDocument/2006/relationships/image" Target="../media/image7.png"/><Relationship Id="rId16" Type="http://schemas.openxmlformats.org/officeDocument/2006/relationships/image" Target="../media/image21.png"/><Relationship Id="rId20" Type="http://schemas.openxmlformats.org/officeDocument/2006/relationships/image" Target="../media/image25.png"/><Relationship Id="rId29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.png"/><Relationship Id="rId11" Type="http://schemas.openxmlformats.org/officeDocument/2006/relationships/image" Target="../media/image16.png"/><Relationship Id="rId24" Type="http://schemas.openxmlformats.org/officeDocument/2006/relationships/image" Target="../media/image56.png"/><Relationship Id="rId32" Type="http://schemas.openxmlformats.org/officeDocument/2006/relationships/image" Target="../media/image37.png"/><Relationship Id="rId5" Type="http://schemas.openxmlformats.org/officeDocument/2006/relationships/image" Target="../media/image10.png"/><Relationship Id="rId15" Type="http://schemas.openxmlformats.org/officeDocument/2006/relationships/image" Target="../media/image20.png"/><Relationship Id="rId23" Type="http://schemas.openxmlformats.org/officeDocument/2006/relationships/image" Target="../media/image28.png"/><Relationship Id="rId28" Type="http://schemas.openxmlformats.org/officeDocument/2006/relationships/image" Target="../media/image33.png"/><Relationship Id="rId10" Type="http://schemas.openxmlformats.org/officeDocument/2006/relationships/image" Target="../media/image15.png"/><Relationship Id="rId19" Type="http://schemas.openxmlformats.org/officeDocument/2006/relationships/image" Target="../media/image54.png"/><Relationship Id="rId31" Type="http://schemas.openxmlformats.org/officeDocument/2006/relationships/image" Target="../media/image58.png"/><Relationship Id="rId4" Type="http://schemas.openxmlformats.org/officeDocument/2006/relationships/image" Target="../media/image9.png"/><Relationship Id="rId9" Type="http://schemas.openxmlformats.org/officeDocument/2006/relationships/image" Target="../media/image51.png"/><Relationship Id="rId14" Type="http://schemas.openxmlformats.org/officeDocument/2006/relationships/image" Target="../media/image52.png"/><Relationship Id="rId22" Type="http://schemas.openxmlformats.org/officeDocument/2006/relationships/image" Target="../media/image55.png"/><Relationship Id="rId27" Type="http://schemas.openxmlformats.org/officeDocument/2006/relationships/image" Target="../media/image57.png"/><Relationship Id="rId30" Type="http://schemas.openxmlformats.org/officeDocument/2006/relationships/image" Target="../media/image35.png"/><Relationship Id="rId8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3" Type="http://schemas.openxmlformats.org/officeDocument/2006/relationships/image" Target="../media/image61.png"/><Relationship Id="rId7" Type="http://schemas.openxmlformats.org/officeDocument/2006/relationships/image" Target="../media/image65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Relationship Id="rId9" Type="http://schemas.openxmlformats.org/officeDocument/2006/relationships/image" Target="../media/image6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13" Type="http://schemas.openxmlformats.org/officeDocument/2006/relationships/image" Target="../media/image79.png"/><Relationship Id="rId18" Type="http://schemas.openxmlformats.org/officeDocument/2006/relationships/image" Target="../media/image84.png"/><Relationship Id="rId3" Type="http://schemas.openxmlformats.org/officeDocument/2006/relationships/image" Target="../media/image69.png"/><Relationship Id="rId7" Type="http://schemas.openxmlformats.org/officeDocument/2006/relationships/image" Target="../media/image73.png"/><Relationship Id="rId12" Type="http://schemas.openxmlformats.org/officeDocument/2006/relationships/image" Target="../media/image78.png"/><Relationship Id="rId17" Type="http://schemas.openxmlformats.org/officeDocument/2006/relationships/image" Target="../media/image83.png"/><Relationship Id="rId2" Type="http://schemas.openxmlformats.org/officeDocument/2006/relationships/image" Target="../media/image68.png"/><Relationship Id="rId16" Type="http://schemas.openxmlformats.org/officeDocument/2006/relationships/image" Target="../media/image8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2.png"/><Relationship Id="rId11" Type="http://schemas.openxmlformats.org/officeDocument/2006/relationships/image" Target="../media/image77.png"/><Relationship Id="rId5" Type="http://schemas.openxmlformats.org/officeDocument/2006/relationships/image" Target="../media/image71.png"/><Relationship Id="rId15" Type="http://schemas.openxmlformats.org/officeDocument/2006/relationships/image" Target="../media/image81.png"/><Relationship Id="rId10" Type="http://schemas.openxmlformats.org/officeDocument/2006/relationships/image" Target="../media/image76.png"/><Relationship Id="rId4" Type="http://schemas.openxmlformats.org/officeDocument/2006/relationships/image" Target="../media/image70.png"/><Relationship Id="rId9" Type="http://schemas.openxmlformats.org/officeDocument/2006/relationships/image" Target="../media/image75.png"/><Relationship Id="rId14" Type="http://schemas.openxmlformats.org/officeDocument/2006/relationships/image" Target="../media/image8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png"/><Relationship Id="rId3" Type="http://schemas.openxmlformats.org/officeDocument/2006/relationships/image" Target="../media/image87.png"/><Relationship Id="rId7" Type="http://schemas.openxmlformats.org/officeDocument/2006/relationships/image" Target="../media/image91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0.png"/><Relationship Id="rId5" Type="http://schemas.openxmlformats.org/officeDocument/2006/relationships/image" Target="../media/image89.png"/><Relationship Id="rId4" Type="http://schemas.openxmlformats.org/officeDocument/2006/relationships/image" Target="../media/image8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7.png"/><Relationship Id="rId4" Type="http://schemas.openxmlformats.org/officeDocument/2006/relationships/image" Target="../media/image9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0" y="0"/>
            <a:ext cx="6103292" cy="4077631"/>
          </a:xfrm>
          <a:custGeom>
            <a:avLst/>
            <a:gdLst/>
            <a:ahLst/>
            <a:cxnLst/>
            <a:rect l="l" t="t" r="r" b="b"/>
            <a:pathLst>
              <a:path w="6103292" h="4077631">
                <a:moveTo>
                  <a:pt x="0" y="0"/>
                </a:moveTo>
                <a:lnTo>
                  <a:pt x="6103292" y="0"/>
                </a:lnTo>
                <a:lnTo>
                  <a:pt x="6103292" y="4077631"/>
                </a:lnTo>
                <a:lnTo>
                  <a:pt x="0" y="407763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4580086" y="0"/>
            <a:ext cx="3707914" cy="4722618"/>
          </a:xfrm>
          <a:custGeom>
            <a:avLst/>
            <a:gdLst/>
            <a:ahLst/>
            <a:cxnLst/>
            <a:rect l="l" t="t" r="r" b="b"/>
            <a:pathLst>
              <a:path w="3707914" h="4722618">
                <a:moveTo>
                  <a:pt x="0" y="0"/>
                </a:moveTo>
                <a:lnTo>
                  <a:pt x="3707914" y="0"/>
                </a:lnTo>
                <a:lnTo>
                  <a:pt x="3707914" y="4722618"/>
                </a:lnTo>
                <a:lnTo>
                  <a:pt x="0" y="472261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0" y="7925691"/>
            <a:ext cx="1312536" cy="2361309"/>
          </a:xfrm>
          <a:custGeom>
            <a:avLst/>
            <a:gdLst/>
            <a:ahLst/>
            <a:cxnLst/>
            <a:rect l="l" t="t" r="r" b="b"/>
            <a:pathLst>
              <a:path w="1312536" h="2361309">
                <a:moveTo>
                  <a:pt x="0" y="0"/>
                </a:moveTo>
                <a:lnTo>
                  <a:pt x="1312536" y="0"/>
                </a:lnTo>
                <a:lnTo>
                  <a:pt x="1312536" y="2361309"/>
                </a:lnTo>
                <a:lnTo>
                  <a:pt x="0" y="236130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6319196" y="4066699"/>
            <a:ext cx="1968804" cy="4077631"/>
          </a:xfrm>
          <a:custGeom>
            <a:avLst/>
            <a:gdLst/>
            <a:ahLst/>
            <a:cxnLst/>
            <a:rect l="l" t="t" r="r" b="b"/>
            <a:pathLst>
              <a:path w="1968804" h="4077631">
                <a:moveTo>
                  <a:pt x="0" y="0"/>
                </a:moveTo>
                <a:lnTo>
                  <a:pt x="1968804" y="0"/>
                </a:lnTo>
                <a:lnTo>
                  <a:pt x="1968804" y="4077631"/>
                </a:lnTo>
                <a:lnTo>
                  <a:pt x="0" y="407763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1856118" y="4714221"/>
            <a:ext cx="5001080" cy="5001080"/>
          </a:xfrm>
          <a:custGeom>
            <a:avLst/>
            <a:gdLst/>
            <a:ahLst/>
            <a:cxnLst/>
            <a:rect l="l" t="t" r="r" b="b"/>
            <a:pathLst>
              <a:path w="5001080" h="5001080">
                <a:moveTo>
                  <a:pt x="0" y="0"/>
                </a:moveTo>
                <a:lnTo>
                  <a:pt x="5001081" y="0"/>
                </a:lnTo>
                <a:lnTo>
                  <a:pt x="5001081" y="5001081"/>
                </a:lnTo>
                <a:lnTo>
                  <a:pt x="0" y="500108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9" t="-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1001638" y="2240502"/>
            <a:ext cx="9671367" cy="27726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914"/>
              </a:lnSpc>
            </a:pPr>
            <a:r>
              <a:rPr lang="en-US" sz="20914" spc="-1041">
                <a:solidFill>
                  <a:srgbClr val="403040"/>
                </a:solidFill>
                <a:latin typeface="Lexend Deca"/>
                <a:ea typeface="Lexend Deca"/>
                <a:cs typeface="Lexend Deca"/>
                <a:sym typeface="Lexend Deca"/>
              </a:rPr>
              <a:t>Saykind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37749" y="5234538"/>
            <a:ext cx="9454749" cy="6778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39"/>
              </a:lnSpc>
            </a:pPr>
            <a:r>
              <a:rPr lang="en-US" sz="5139" spc="-127">
                <a:solidFill>
                  <a:srgbClr val="403040"/>
                </a:solidFill>
                <a:latin typeface="Lexend Deca"/>
                <a:ea typeface="Lexend Deca"/>
                <a:cs typeface="Lexend Deca"/>
                <a:sym typeface="Lexend Deca"/>
              </a:rPr>
              <a:t>Find your words. At your pace.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37749" y="6303148"/>
            <a:ext cx="7702462" cy="373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96"/>
              </a:lnSpc>
            </a:pPr>
            <a:r>
              <a:rPr lang="en-US" sz="2896" spc="86">
                <a:solidFill>
                  <a:srgbClr val="70807C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DubHacks 2026 · Community Kitchen track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37285" y="7067550"/>
            <a:ext cx="4170447" cy="352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9"/>
              </a:lnSpc>
            </a:pPr>
            <a:r>
              <a:rPr lang="en-US" sz="2759" spc="82">
                <a:solidFill>
                  <a:srgbClr val="70807C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Piyush · Devvrat · Pranay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0" y="0"/>
            <a:ext cx="5884536" cy="2579949"/>
          </a:xfrm>
          <a:custGeom>
            <a:avLst/>
            <a:gdLst/>
            <a:ahLst/>
            <a:cxnLst/>
            <a:rect l="l" t="t" r="r" b="b"/>
            <a:pathLst>
              <a:path w="5884536" h="2579949">
                <a:moveTo>
                  <a:pt x="0" y="0"/>
                </a:moveTo>
                <a:lnTo>
                  <a:pt x="5884536" y="0"/>
                </a:lnTo>
                <a:lnTo>
                  <a:pt x="5884536" y="2579949"/>
                </a:lnTo>
                <a:lnTo>
                  <a:pt x="0" y="25799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5236354" y="0"/>
            <a:ext cx="3051646" cy="3432644"/>
          </a:xfrm>
          <a:custGeom>
            <a:avLst/>
            <a:gdLst/>
            <a:ahLst/>
            <a:cxnLst/>
            <a:rect l="l" t="t" r="r" b="b"/>
            <a:pathLst>
              <a:path w="3051646" h="3432644">
                <a:moveTo>
                  <a:pt x="0" y="0"/>
                </a:moveTo>
                <a:lnTo>
                  <a:pt x="3051646" y="0"/>
                </a:lnTo>
                <a:lnTo>
                  <a:pt x="3051646" y="3432644"/>
                </a:lnTo>
                <a:lnTo>
                  <a:pt x="0" y="34326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047750" y="2066925"/>
            <a:ext cx="7546052" cy="4197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240"/>
              </a:lnSpc>
            </a:pPr>
            <a:r>
              <a:rPr lang="en-US" sz="8240" b="1" spc="-329">
                <a:solidFill>
                  <a:srgbClr val="453344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Every year, almost 12 million people have</a:t>
            </a:r>
          </a:p>
          <a:p>
            <a:pPr algn="l">
              <a:lnSpc>
                <a:spcPts val="8240"/>
              </a:lnSpc>
            </a:pPr>
            <a:r>
              <a:rPr lang="en-US" sz="8240" b="1" spc="-329">
                <a:solidFill>
                  <a:srgbClr val="453344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 stroke.</a:t>
            </a:r>
          </a:p>
        </p:txBody>
      </p:sp>
      <p:sp>
        <p:nvSpPr>
          <p:cNvPr id="6" name="Freeform 6"/>
          <p:cNvSpPr/>
          <p:nvPr/>
        </p:nvSpPr>
        <p:spPr>
          <a:xfrm>
            <a:off x="9789795" y="1704975"/>
            <a:ext cx="885825" cy="1519238"/>
          </a:xfrm>
          <a:custGeom>
            <a:avLst/>
            <a:gdLst/>
            <a:ahLst/>
            <a:cxnLst/>
            <a:rect l="l" t="t" r="r" b="b"/>
            <a:pathLst>
              <a:path w="885825" h="1519238">
                <a:moveTo>
                  <a:pt x="0" y="0"/>
                </a:moveTo>
                <a:lnTo>
                  <a:pt x="885825" y="0"/>
                </a:lnTo>
                <a:lnTo>
                  <a:pt x="885825" y="1519237"/>
                </a:lnTo>
                <a:lnTo>
                  <a:pt x="0" y="151923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r="-15" b="-2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1102340" y="1704975"/>
            <a:ext cx="875348" cy="1519238"/>
          </a:xfrm>
          <a:custGeom>
            <a:avLst/>
            <a:gdLst/>
            <a:ahLst/>
            <a:cxnLst/>
            <a:rect l="l" t="t" r="r" b="b"/>
            <a:pathLst>
              <a:path w="875348" h="1519238">
                <a:moveTo>
                  <a:pt x="0" y="0"/>
                </a:moveTo>
                <a:lnTo>
                  <a:pt x="875348" y="0"/>
                </a:lnTo>
                <a:lnTo>
                  <a:pt x="875348" y="1519237"/>
                </a:lnTo>
                <a:lnTo>
                  <a:pt x="0" y="15192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b="-5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2403455" y="1704975"/>
            <a:ext cx="885825" cy="1519238"/>
          </a:xfrm>
          <a:custGeom>
            <a:avLst/>
            <a:gdLst/>
            <a:ahLst/>
            <a:cxnLst/>
            <a:rect l="l" t="t" r="r" b="b"/>
            <a:pathLst>
              <a:path w="885825" h="1519238">
                <a:moveTo>
                  <a:pt x="0" y="0"/>
                </a:moveTo>
                <a:lnTo>
                  <a:pt x="885825" y="0"/>
                </a:lnTo>
                <a:lnTo>
                  <a:pt x="885825" y="1519237"/>
                </a:lnTo>
                <a:lnTo>
                  <a:pt x="0" y="151923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r="-15" b="-2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3496925" y="1704975"/>
            <a:ext cx="875348" cy="1519238"/>
          </a:xfrm>
          <a:custGeom>
            <a:avLst/>
            <a:gdLst/>
            <a:ahLst/>
            <a:cxnLst/>
            <a:rect l="l" t="t" r="r" b="b"/>
            <a:pathLst>
              <a:path w="875348" h="1519238">
                <a:moveTo>
                  <a:pt x="0" y="0"/>
                </a:moveTo>
                <a:lnTo>
                  <a:pt x="875348" y="0"/>
                </a:lnTo>
                <a:lnTo>
                  <a:pt x="875348" y="1519237"/>
                </a:lnTo>
                <a:lnTo>
                  <a:pt x="0" y="151923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b="-5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4798992" y="1704975"/>
            <a:ext cx="885825" cy="1519238"/>
          </a:xfrm>
          <a:custGeom>
            <a:avLst/>
            <a:gdLst/>
            <a:ahLst/>
            <a:cxnLst/>
            <a:rect l="l" t="t" r="r" b="b"/>
            <a:pathLst>
              <a:path w="885825" h="1519238">
                <a:moveTo>
                  <a:pt x="0" y="0"/>
                </a:moveTo>
                <a:lnTo>
                  <a:pt x="885825" y="0"/>
                </a:lnTo>
                <a:lnTo>
                  <a:pt x="885825" y="1519237"/>
                </a:lnTo>
                <a:lnTo>
                  <a:pt x="0" y="151923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r="-15" b="-2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16100107" y="1704975"/>
            <a:ext cx="885825" cy="1519238"/>
          </a:xfrm>
          <a:custGeom>
            <a:avLst/>
            <a:gdLst/>
            <a:ahLst/>
            <a:cxnLst/>
            <a:rect l="l" t="t" r="r" b="b"/>
            <a:pathLst>
              <a:path w="885825" h="1519238">
                <a:moveTo>
                  <a:pt x="0" y="0"/>
                </a:moveTo>
                <a:lnTo>
                  <a:pt x="885825" y="0"/>
                </a:lnTo>
                <a:lnTo>
                  <a:pt x="885825" y="1519237"/>
                </a:lnTo>
                <a:lnTo>
                  <a:pt x="0" y="151923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r="-15" b="-2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9789795" y="3213735"/>
            <a:ext cx="885825" cy="1289685"/>
          </a:xfrm>
          <a:custGeom>
            <a:avLst/>
            <a:gdLst/>
            <a:ahLst/>
            <a:cxnLst/>
            <a:rect l="l" t="t" r="r" b="b"/>
            <a:pathLst>
              <a:path w="885825" h="1289685">
                <a:moveTo>
                  <a:pt x="0" y="0"/>
                </a:moveTo>
                <a:lnTo>
                  <a:pt x="885825" y="0"/>
                </a:lnTo>
                <a:lnTo>
                  <a:pt x="885825" y="1289685"/>
                </a:lnTo>
                <a:lnTo>
                  <a:pt x="0" y="128968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r="-15" b="-2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11102340" y="3213735"/>
            <a:ext cx="875348" cy="1289685"/>
          </a:xfrm>
          <a:custGeom>
            <a:avLst/>
            <a:gdLst/>
            <a:ahLst/>
            <a:cxnLst/>
            <a:rect l="l" t="t" r="r" b="b"/>
            <a:pathLst>
              <a:path w="875348" h="1289685">
                <a:moveTo>
                  <a:pt x="0" y="0"/>
                </a:moveTo>
                <a:lnTo>
                  <a:pt x="875348" y="0"/>
                </a:lnTo>
                <a:lnTo>
                  <a:pt x="875348" y="1289685"/>
                </a:lnTo>
                <a:lnTo>
                  <a:pt x="0" y="128968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b="-5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>
            <a:off x="12403455" y="3213735"/>
            <a:ext cx="885825" cy="1289685"/>
          </a:xfrm>
          <a:custGeom>
            <a:avLst/>
            <a:gdLst/>
            <a:ahLst/>
            <a:cxnLst/>
            <a:rect l="l" t="t" r="r" b="b"/>
            <a:pathLst>
              <a:path w="885825" h="1289685">
                <a:moveTo>
                  <a:pt x="0" y="0"/>
                </a:moveTo>
                <a:lnTo>
                  <a:pt x="885825" y="0"/>
                </a:lnTo>
                <a:lnTo>
                  <a:pt x="885825" y="1289685"/>
                </a:lnTo>
                <a:lnTo>
                  <a:pt x="0" y="128968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r="-15" b="-2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>
            <a:off x="13496925" y="3213735"/>
            <a:ext cx="875348" cy="1289685"/>
          </a:xfrm>
          <a:custGeom>
            <a:avLst/>
            <a:gdLst/>
            <a:ahLst/>
            <a:cxnLst/>
            <a:rect l="l" t="t" r="r" b="b"/>
            <a:pathLst>
              <a:path w="875348" h="1289685">
                <a:moveTo>
                  <a:pt x="0" y="0"/>
                </a:moveTo>
                <a:lnTo>
                  <a:pt x="875348" y="0"/>
                </a:lnTo>
                <a:lnTo>
                  <a:pt x="875348" y="1289685"/>
                </a:lnTo>
                <a:lnTo>
                  <a:pt x="0" y="128968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b="-5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Freeform 16"/>
          <p:cNvSpPr/>
          <p:nvPr/>
        </p:nvSpPr>
        <p:spPr>
          <a:xfrm>
            <a:off x="14798992" y="3213735"/>
            <a:ext cx="885825" cy="1289685"/>
          </a:xfrm>
          <a:custGeom>
            <a:avLst/>
            <a:gdLst/>
            <a:ahLst/>
            <a:cxnLst/>
            <a:rect l="l" t="t" r="r" b="b"/>
            <a:pathLst>
              <a:path w="885825" h="1289685">
                <a:moveTo>
                  <a:pt x="0" y="0"/>
                </a:moveTo>
                <a:lnTo>
                  <a:pt x="885825" y="0"/>
                </a:lnTo>
                <a:lnTo>
                  <a:pt x="885825" y="1289685"/>
                </a:lnTo>
                <a:lnTo>
                  <a:pt x="0" y="128968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r="-15" b="-2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Freeform 17"/>
          <p:cNvSpPr/>
          <p:nvPr/>
        </p:nvSpPr>
        <p:spPr>
          <a:xfrm>
            <a:off x="16100107" y="3213735"/>
            <a:ext cx="885825" cy="1289685"/>
          </a:xfrm>
          <a:custGeom>
            <a:avLst/>
            <a:gdLst/>
            <a:ahLst/>
            <a:cxnLst/>
            <a:rect l="l" t="t" r="r" b="b"/>
            <a:pathLst>
              <a:path w="885825" h="1289685">
                <a:moveTo>
                  <a:pt x="0" y="0"/>
                </a:moveTo>
                <a:lnTo>
                  <a:pt x="885825" y="0"/>
                </a:lnTo>
                <a:lnTo>
                  <a:pt x="885825" y="1289685"/>
                </a:lnTo>
                <a:lnTo>
                  <a:pt x="0" y="128968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r="-15" b="-2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Freeform 18"/>
          <p:cNvSpPr/>
          <p:nvPr/>
        </p:nvSpPr>
        <p:spPr>
          <a:xfrm>
            <a:off x="9789795" y="4492942"/>
            <a:ext cx="885825" cy="1301115"/>
          </a:xfrm>
          <a:custGeom>
            <a:avLst/>
            <a:gdLst/>
            <a:ahLst/>
            <a:cxnLst/>
            <a:rect l="l" t="t" r="r" b="b"/>
            <a:pathLst>
              <a:path w="885825" h="1301115">
                <a:moveTo>
                  <a:pt x="0" y="0"/>
                </a:moveTo>
                <a:lnTo>
                  <a:pt x="885825" y="0"/>
                </a:lnTo>
                <a:lnTo>
                  <a:pt x="885825" y="1301115"/>
                </a:lnTo>
                <a:lnTo>
                  <a:pt x="0" y="130111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r="-3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Freeform 19"/>
          <p:cNvSpPr/>
          <p:nvPr/>
        </p:nvSpPr>
        <p:spPr>
          <a:xfrm>
            <a:off x="11102340" y="4492942"/>
            <a:ext cx="875348" cy="1301115"/>
          </a:xfrm>
          <a:custGeom>
            <a:avLst/>
            <a:gdLst/>
            <a:ahLst/>
            <a:cxnLst/>
            <a:rect l="l" t="t" r="r" b="b"/>
            <a:pathLst>
              <a:path w="875348" h="1301115">
                <a:moveTo>
                  <a:pt x="0" y="0"/>
                </a:moveTo>
                <a:lnTo>
                  <a:pt x="875348" y="0"/>
                </a:lnTo>
                <a:lnTo>
                  <a:pt x="875348" y="1301115"/>
                </a:lnTo>
                <a:lnTo>
                  <a:pt x="0" y="1301115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b="-2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Freeform 20"/>
          <p:cNvSpPr/>
          <p:nvPr/>
        </p:nvSpPr>
        <p:spPr>
          <a:xfrm>
            <a:off x="12403455" y="4492942"/>
            <a:ext cx="885825" cy="1301115"/>
          </a:xfrm>
          <a:custGeom>
            <a:avLst/>
            <a:gdLst/>
            <a:ahLst/>
            <a:cxnLst/>
            <a:rect l="l" t="t" r="r" b="b"/>
            <a:pathLst>
              <a:path w="885825" h="1301115">
                <a:moveTo>
                  <a:pt x="0" y="0"/>
                </a:moveTo>
                <a:lnTo>
                  <a:pt x="885825" y="0"/>
                </a:lnTo>
                <a:lnTo>
                  <a:pt x="885825" y="1301115"/>
                </a:lnTo>
                <a:lnTo>
                  <a:pt x="0" y="1301115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r="-3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Freeform 21"/>
          <p:cNvSpPr/>
          <p:nvPr/>
        </p:nvSpPr>
        <p:spPr>
          <a:xfrm>
            <a:off x="13496925" y="4492942"/>
            <a:ext cx="875348" cy="1301115"/>
          </a:xfrm>
          <a:custGeom>
            <a:avLst/>
            <a:gdLst/>
            <a:ahLst/>
            <a:cxnLst/>
            <a:rect l="l" t="t" r="r" b="b"/>
            <a:pathLst>
              <a:path w="875348" h="1301115">
                <a:moveTo>
                  <a:pt x="0" y="0"/>
                </a:moveTo>
                <a:lnTo>
                  <a:pt x="875348" y="0"/>
                </a:lnTo>
                <a:lnTo>
                  <a:pt x="875348" y="1301115"/>
                </a:lnTo>
                <a:lnTo>
                  <a:pt x="0" y="1301115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b="-2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Freeform 22"/>
          <p:cNvSpPr/>
          <p:nvPr/>
        </p:nvSpPr>
        <p:spPr>
          <a:xfrm>
            <a:off x="14798992" y="4492942"/>
            <a:ext cx="885825" cy="1301115"/>
          </a:xfrm>
          <a:custGeom>
            <a:avLst/>
            <a:gdLst/>
            <a:ahLst/>
            <a:cxnLst/>
            <a:rect l="l" t="t" r="r" b="b"/>
            <a:pathLst>
              <a:path w="885825" h="1301115">
                <a:moveTo>
                  <a:pt x="0" y="0"/>
                </a:moveTo>
                <a:lnTo>
                  <a:pt x="885825" y="0"/>
                </a:lnTo>
                <a:lnTo>
                  <a:pt x="885825" y="1301115"/>
                </a:lnTo>
                <a:lnTo>
                  <a:pt x="0" y="1301115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r="-3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3" name="Freeform 23"/>
          <p:cNvSpPr/>
          <p:nvPr/>
        </p:nvSpPr>
        <p:spPr>
          <a:xfrm>
            <a:off x="16100107" y="4492942"/>
            <a:ext cx="885825" cy="1301115"/>
          </a:xfrm>
          <a:custGeom>
            <a:avLst/>
            <a:gdLst/>
            <a:ahLst/>
            <a:cxnLst/>
            <a:rect l="l" t="t" r="r" b="b"/>
            <a:pathLst>
              <a:path w="885825" h="1301115">
                <a:moveTo>
                  <a:pt x="0" y="0"/>
                </a:moveTo>
                <a:lnTo>
                  <a:pt x="885825" y="0"/>
                </a:lnTo>
                <a:lnTo>
                  <a:pt x="885825" y="1301115"/>
                </a:lnTo>
                <a:lnTo>
                  <a:pt x="0" y="1301115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r="-3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Freeform 24"/>
          <p:cNvSpPr/>
          <p:nvPr/>
        </p:nvSpPr>
        <p:spPr>
          <a:xfrm>
            <a:off x="9789795" y="5782628"/>
            <a:ext cx="885825" cy="1508760"/>
          </a:xfrm>
          <a:custGeom>
            <a:avLst/>
            <a:gdLst/>
            <a:ahLst/>
            <a:cxnLst/>
            <a:rect l="l" t="t" r="r" b="b"/>
            <a:pathLst>
              <a:path w="885825" h="1508760">
                <a:moveTo>
                  <a:pt x="0" y="0"/>
                </a:moveTo>
                <a:lnTo>
                  <a:pt x="885825" y="0"/>
                </a:lnTo>
                <a:lnTo>
                  <a:pt x="885825" y="1508760"/>
                </a:lnTo>
                <a:lnTo>
                  <a:pt x="0" y="1508760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r="-2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5" name="Freeform 25"/>
          <p:cNvSpPr/>
          <p:nvPr/>
        </p:nvSpPr>
        <p:spPr>
          <a:xfrm>
            <a:off x="11102340" y="5782628"/>
            <a:ext cx="875348" cy="1508760"/>
          </a:xfrm>
          <a:custGeom>
            <a:avLst/>
            <a:gdLst/>
            <a:ahLst/>
            <a:cxnLst/>
            <a:rect l="l" t="t" r="r" b="b"/>
            <a:pathLst>
              <a:path w="875348" h="1508760">
                <a:moveTo>
                  <a:pt x="0" y="0"/>
                </a:moveTo>
                <a:lnTo>
                  <a:pt x="875348" y="0"/>
                </a:lnTo>
                <a:lnTo>
                  <a:pt x="875348" y="1508760"/>
                </a:lnTo>
                <a:lnTo>
                  <a:pt x="0" y="1508760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b="-2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6" name="Freeform 26"/>
          <p:cNvSpPr/>
          <p:nvPr/>
        </p:nvSpPr>
        <p:spPr>
          <a:xfrm>
            <a:off x="12403455" y="5782628"/>
            <a:ext cx="885825" cy="1508760"/>
          </a:xfrm>
          <a:custGeom>
            <a:avLst/>
            <a:gdLst/>
            <a:ahLst/>
            <a:cxnLst/>
            <a:rect l="l" t="t" r="r" b="b"/>
            <a:pathLst>
              <a:path w="885825" h="1508760">
                <a:moveTo>
                  <a:pt x="0" y="0"/>
                </a:moveTo>
                <a:lnTo>
                  <a:pt x="885825" y="0"/>
                </a:lnTo>
                <a:lnTo>
                  <a:pt x="885825" y="1508760"/>
                </a:lnTo>
                <a:lnTo>
                  <a:pt x="0" y="1508760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 r="-2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7" name="Freeform 27"/>
          <p:cNvSpPr/>
          <p:nvPr/>
        </p:nvSpPr>
        <p:spPr>
          <a:xfrm>
            <a:off x="13496925" y="5782628"/>
            <a:ext cx="875348" cy="1508760"/>
          </a:xfrm>
          <a:custGeom>
            <a:avLst/>
            <a:gdLst/>
            <a:ahLst/>
            <a:cxnLst/>
            <a:rect l="l" t="t" r="r" b="b"/>
            <a:pathLst>
              <a:path w="875348" h="1508760">
                <a:moveTo>
                  <a:pt x="0" y="0"/>
                </a:moveTo>
                <a:lnTo>
                  <a:pt x="875348" y="0"/>
                </a:lnTo>
                <a:lnTo>
                  <a:pt x="875348" y="1508760"/>
                </a:lnTo>
                <a:lnTo>
                  <a:pt x="0" y="1508760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 b="-2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8" name="Freeform 28"/>
          <p:cNvSpPr/>
          <p:nvPr/>
        </p:nvSpPr>
        <p:spPr>
          <a:xfrm>
            <a:off x="14798992" y="5782628"/>
            <a:ext cx="885825" cy="1508760"/>
          </a:xfrm>
          <a:custGeom>
            <a:avLst/>
            <a:gdLst/>
            <a:ahLst/>
            <a:cxnLst/>
            <a:rect l="l" t="t" r="r" b="b"/>
            <a:pathLst>
              <a:path w="885825" h="1508760">
                <a:moveTo>
                  <a:pt x="0" y="0"/>
                </a:moveTo>
                <a:lnTo>
                  <a:pt x="885825" y="0"/>
                </a:lnTo>
                <a:lnTo>
                  <a:pt x="885825" y="1508760"/>
                </a:lnTo>
                <a:lnTo>
                  <a:pt x="0" y="1508760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 r="-2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9" name="Freeform 29"/>
          <p:cNvSpPr/>
          <p:nvPr/>
        </p:nvSpPr>
        <p:spPr>
          <a:xfrm>
            <a:off x="16100107" y="5782628"/>
            <a:ext cx="885825" cy="1508760"/>
          </a:xfrm>
          <a:custGeom>
            <a:avLst/>
            <a:gdLst/>
            <a:ahLst/>
            <a:cxnLst/>
            <a:rect l="l" t="t" r="r" b="b"/>
            <a:pathLst>
              <a:path w="885825" h="1508760">
                <a:moveTo>
                  <a:pt x="0" y="0"/>
                </a:moveTo>
                <a:lnTo>
                  <a:pt x="885825" y="0"/>
                </a:lnTo>
                <a:lnTo>
                  <a:pt x="885825" y="1508760"/>
                </a:lnTo>
                <a:lnTo>
                  <a:pt x="0" y="1508760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 r="-2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0" name="Freeform 30"/>
          <p:cNvSpPr/>
          <p:nvPr/>
        </p:nvSpPr>
        <p:spPr>
          <a:xfrm>
            <a:off x="9789795" y="7061835"/>
            <a:ext cx="885825" cy="1519238"/>
          </a:xfrm>
          <a:custGeom>
            <a:avLst/>
            <a:gdLst/>
            <a:ahLst/>
            <a:cxnLst/>
            <a:rect l="l" t="t" r="r" b="b"/>
            <a:pathLst>
              <a:path w="885825" h="1519238">
                <a:moveTo>
                  <a:pt x="0" y="0"/>
                </a:moveTo>
                <a:lnTo>
                  <a:pt x="885825" y="0"/>
                </a:lnTo>
                <a:lnTo>
                  <a:pt x="885825" y="1519238"/>
                </a:lnTo>
                <a:lnTo>
                  <a:pt x="0" y="1519238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>
              <a:fillRect r="-15" b="-2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1" name="Freeform 31"/>
          <p:cNvSpPr/>
          <p:nvPr/>
        </p:nvSpPr>
        <p:spPr>
          <a:xfrm>
            <a:off x="11102340" y="7061835"/>
            <a:ext cx="875348" cy="1519238"/>
          </a:xfrm>
          <a:custGeom>
            <a:avLst/>
            <a:gdLst/>
            <a:ahLst/>
            <a:cxnLst/>
            <a:rect l="l" t="t" r="r" b="b"/>
            <a:pathLst>
              <a:path w="875348" h="1519238">
                <a:moveTo>
                  <a:pt x="0" y="0"/>
                </a:moveTo>
                <a:lnTo>
                  <a:pt x="875348" y="0"/>
                </a:lnTo>
                <a:lnTo>
                  <a:pt x="875348" y="1519238"/>
                </a:lnTo>
                <a:lnTo>
                  <a:pt x="0" y="1519238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>
              <a:fillRect b="-5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2" name="Freeform 32"/>
          <p:cNvSpPr/>
          <p:nvPr/>
        </p:nvSpPr>
        <p:spPr>
          <a:xfrm>
            <a:off x="12403455" y="7061835"/>
            <a:ext cx="885825" cy="1519238"/>
          </a:xfrm>
          <a:custGeom>
            <a:avLst/>
            <a:gdLst/>
            <a:ahLst/>
            <a:cxnLst/>
            <a:rect l="l" t="t" r="r" b="b"/>
            <a:pathLst>
              <a:path w="885825" h="1519238">
                <a:moveTo>
                  <a:pt x="0" y="0"/>
                </a:moveTo>
                <a:lnTo>
                  <a:pt x="885825" y="0"/>
                </a:lnTo>
                <a:lnTo>
                  <a:pt x="885825" y="1519238"/>
                </a:lnTo>
                <a:lnTo>
                  <a:pt x="0" y="1519238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>
              <a:fillRect r="-15" b="-2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3" name="Freeform 33"/>
          <p:cNvSpPr/>
          <p:nvPr/>
        </p:nvSpPr>
        <p:spPr>
          <a:xfrm>
            <a:off x="13496925" y="7061835"/>
            <a:ext cx="875348" cy="1519238"/>
          </a:xfrm>
          <a:custGeom>
            <a:avLst/>
            <a:gdLst/>
            <a:ahLst/>
            <a:cxnLst/>
            <a:rect l="l" t="t" r="r" b="b"/>
            <a:pathLst>
              <a:path w="875348" h="1519238">
                <a:moveTo>
                  <a:pt x="0" y="0"/>
                </a:moveTo>
                <a:lnTo>
                  <a:pt x="875348" y="0"/>
                </a:lnTo>
                <a:lnTo>
                  <a:pt x="875348" y="1519238"/>
                </a:lnTo>
                <a:lnTo>
                  <a:pt x="0" y="1519238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>
              <a:fillRect b="-5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4" name="Freeform 34"/>
          <p:cNvSpPr/>
          <p:nvPr/>
        </p:nvSpPr>
        <p:spPr>
          <a:xfrm>
            <a:off x="14798992" y="7061835"/>
            <a:ext cx="885825" cy="1519238"/>
          </a:xfrm>
          <a:custGeom>
            <a:avLst/>
            <a:gdLst/>
            <a:ahLst/>
            <a:cxnLst/>
            <a:rect l="l" t="t" r="r" b="b"/>
            <a:pathLst>
              <a:path w="885825" h="1519238">
                <a:moveTo>
                  <a:pt x="0" y="0"/>
                </a:moveTo>
                <a:lnTo>
                  <a:pt x="885825" y="0"/>
                </a:lnTo>
                <a:lnTo>
                  <a:pt x="885825" y="1519238"/>
                </a:lnTo>
                <a:lnTo>
                  <a:pt x="0" y="1519238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>
              <a:fillRect r="-15" b="-2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5" name="Freeform 35"/>
          <p:cNvSpPr/>
          <p:nvPr/>
        </p:nvSpPr>
        <p:spPr>
          <a:xfrm>
            <a:off x="16100107" y="7061835"/>
            <a:ext cx="885825" cy="1519238"/>
          </a:xfrm>
          <a:custGeom>
            <a:avLst/>
            <a:gdLst/>
            <a:ahLst/>
            <a:cxnLst/>
            <a:rect l="l" t="t" r="r" b="b"/>
            <a:pathLst>
              <a:path w="885825" h="1519238">
                <a:moveTo>
                  <a:pt x="0" y="0"/>
                </a:moveTo>
                <a:lnTo>
                  <a:pt x="885825" y="0"/>
                </a:lnTo>
                <a:lnTo>
                  <a:pt x="885825" y="1519238"/>
                </a:lnTo>
                <a:lnTo>
                  <a:pt x="0" y="1519238"/>
                </a:lnTo>
                <a:lnTo>
                  <a:pt x="0" y="0"/>
                </a:lnTo>
                <a:close/>
              </a:path>
            </a:pathLst>
          </a:custGeom>
          <a:blipFill>
            <a:blip r:embed="rId34"/>
            <a:stretch>
              <a:fillRect r="-15" b="-2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6" name="TextBox 36"/>
          <p:cNvSpPr txBox="1"/>
          <p:nvPr/>
        </p:nvSpPr>
        <p:spPr>
          <a:xfrm>
            <a:off x="9048750" y="9401175"/>
            <a:ext cx="8381351" cy="2141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93"/>
              </a:lnSpc>
            </a:pPr>
            <a:r>
              <a:rPr lang="en-US" sz="1494" b="1" spc="-59">
                <a:solidFill>
                  <a:srgbClr val="453344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Sources: World Stroke Organization, Global Stroke Fact Sheet 2025; RELEASE Collaborators, Stroke, 2021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0" y="0"/>
            <a:ext cx="5884536" cy="2579949"/>
          </a:xfrm>
          <a:custGeom>
            <a:avLst/>
            <a:gdLst/>
            <a:ahLst/>
            <a:cxnLst/>
            <a:rect l="l" t="t" r="r" b="b"/>
            <a:pathLst>
              <a:path w="5884536" h="2579949">
                <a:moveTo>
                  <a:pt x="0" y="0"/>
                </a:moveTo>
                <a:lnTo>
                  <a:pt x="5884536" y="0"/>
                </a:lnTo>
                <a:lnTo>
                  <a:pt x="5884536" y="2579949"/>
                </a:lnTo>
                <a:lnTo>
                  <a:pt x="0" y="25799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5236354" y="0"/>
            <a:ext cx="3051646" cy="3432644"/>
          </a:xfrm>
          <a:custGeom>
            <a:avLst/>
            <a:gdLst/>
            <a:ahLst/>
            <a:cxnLst/>
            <a:rect l="l" t="t" r="r" b="b"/>
            <a:pathLst>
              <a:path w="3051646" h="3432644">
                <a:moveTo>
                  <a:pt x="0" y="0"/>
                </a:moveTo>
                <a:lnTo>
                  <a:pt x="3051646" y="0"/>
                </a:lnTo>
                <a:lnTo>
                  <a:pt x="3051646" y="3432644"/>
                </a:lnTo>
                <a:lnTo>
                  <a:pt x="0" y="34326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047750" y="2066925"/>
            <a:ext cx="7546052" cy="30994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240"/>
              </a:lnSpc>
            </a:pPr>
            <a:r>
              <a:rPr lang="en-US" sz="8240" b="1" spc="-329">
                <a:solidFill>
                  <a:srgbClr val="453344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1 in 3 lose access to their words. </a:t>
            </a:r>
          </a:p>
          <a:p>
            <a:pPr algn="l">
              <a:lnSpc>
                <a:spcPts val="8240"/>
              </a:lnSpc>
            </a:pPr>
            <a:r>
              <a:rPr lang="en-US" sz="5400" b="1" spc="-329">
                <a:solidFill>
                  <a:srgbClr val="453344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This is called </a:t>
            </a:r>
            <a:r>
              <a:rPr lang="en-US" sz="5400" b="1" i="1" spc="-329">
                <a:solidFill>
                  <a:srgbClr val="453344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aphasia</a:t>
            </a:r>
            <a:r>
              <a:rPr lang="en-US" sz="5400" b="1" spc="-329">
                <a:solidFill>
                  <a:srgbClr val="453344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.</a:t>
            </a:r>
          </a:p>
        </p:txBody>
      </p:sp>
      <p:sp>
        <p:nvSpPr>
          <p:cNvPr id="6" name="Freeform 6"/>
          <p:cNvSpPr/>
          <p:nvPr/>
        </p:nvSpPr>
        <p:spPr>
          <a:xfrm>
            <a:off x="9789795" y="1704975"/>
            <a:ext cx="885825" cy="1519238"/>
          </a:xfrm>
          <a:custGeom>
            <a:avLst/>
            <a:gdLst/>
            <a:ahLst/>
            <a:cxnLst/>
            <a:rect l="l" t="t" r="r" b="b"/>
            <a:pathLst>
              <a:path w="885825" h="1519238">
                <a:moveTo>
                  <a:pt x="0" y="0"/>
                </a:moveTo>
                <a:lnTo>
                  <a:pt x="885825" y="0"/>
                </a:lnTo>
                <a:lnTo>
                  <a:pt x="885825" y="1519237"/>
                </a:lnTo>
                <a:lnTo>
                  <a:pt x="0" y="151923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r="-15" b="-2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1102340" y="1704975"/>
            <a:ext cx="875348" cy="1519238"/>
          </a:xfrm>
          <a:custGeom>
            <a:avLst/>
            <a:gdLst/>
            <a:ahLst/>
            <a:cxnLst/>
            <a:rect l="l" t="t" r="r" b="b"/>
            <a:pathLst>
              <a:path w="875348" h="1519238">
                <a:moveTo>
                  <a:pt x="0" y="0"/>
                </a:moveTo>
                <a:lnTo>
                  <a:pt x="875348" y="0"/>
                </a:lnTo>
                <a:lnTo>
                  <a:pt x="875348" y="1519237"/>
                </a:lnTo>
                <a:lnTo>
                  <a:pt x="0" y="15192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29" r="-1196" b="-2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2403455" y="1704975"/>
            <a:ext cx="885825" cy="1519238"/>
          </a:xfrm>
          <a:custGeom>
            <a:avLst/>
            <a:gdLst/>
            <a:ahLst/>
            <a:cxnLst/>
            <a:rect l="l" t="t" r="r" b="b"/>
            <a:pathLst>
              <a:path w="885825" h="1519238">
                <a:moveTo>
                  <a:pt x="0" y="0"/>
                </a:moveTo>
                <a:lnTo>
                  <a:pt x="885825" y="0"/>
                </a:lnTo>
                <a:lnTo>
                  <a:pt x="885825" y="1519237"/>
                </a:lnTo>
                <a:lnTo>
                  <a:pt x="0" y="151923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r="-15" b="-2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3496925" y="1704975"/>
            <a:ext cx="875348" cy="1519238"/>
          </a:xfrm>
          <a:custGeom>
            <a:avLst/>
            <a:gdLst/>
            <a:ahLst/>
            <a:cxnLst/>
            <a:rect l="l" t="t" r="r" b="b"/>
            <a:pathLst>
              <a:path w="875348" h="1519238">
                <a:moveTo>
                  <a:pt x="0" y="0"/>
                </a:moveTo>
                <a:lnTo>
                  <a:pt x="875348" y="0"/>
                </a:lnTo>
                <a:lnTo>
                  <a:pt x="875348" y="1519237"/>
                </a:lnTo>
                <a:lnTo>
                  <a:pt x="0" y="151923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b="-5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4798992" y="1704975"/>
            <a:ext cx="885825" cy="1519238"/>
          </a:xfrm>
          <a:custGeom>
            <a:avLst/>
            <a:gdLst/>
            <a:ahLst/>
            <a:cxnLst/>
            <a:rect l="l" t="t" r="r" b="b"/>
            <a:pathLst>
              <a:path w="885825" h="1519238">
                <a:moveTo>
                  <a:pt x="0" y="0"/>
                </a:moveTo>
                <a:lnTo>
                  <a:pt x="885825" y="0"/>
                </a:lnTo>
                <a:lnTo>
                  <a:pt x="885825" y="1519237"/>
                </a:lnTo>
                <a:lnTo>
                  <a:pt x="0" y="151923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t="-29" b="-2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16100107" y="1704975"/>
            <a:ext cx="885825" cy="1519238"/>
          </a:xfrm>
          <a:custGeom>
            <a:avLst/>
            <a:gdLst/>
            <a:ahLst/>
            <a:cxnLst/>
            <a:rect l="l" t="t" r="r" b="b"/>
            <a:pathLst>
              <a:path w="885825" h="1519238">
                <a:moveTo>
                  <a:pt x="0" y="0"/>
                </a:moveTo>
                <a:lnTo>
                  <a:pt x="885825" y="0"/>
                </a:lnTo>
                <a:lnTo>
                  <a:pt x="885825" y="1519237"/>
                </a:lnTo>
                <a:lnTo>
                  <a:pt x="0" y="151923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r="-15" b="-2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9789795" y="3213735"/>
            <a:ext cx="885825" cy="1289685"/>
          </a:xfrm>
          <a:custGeom>
            <a:avLst/>
            <a:gdLst/>
            <a:ahLst/>
            <a:cxnLst/>
            <a:rect l="l" t="t" r="r" b="b"/>
            <a:pathLst>
              <a:path w="885825" h="1289685">
                <a:moveTo>
                  <a:pt x="0" y="0"/>
                </a:moveTo>
                <a:lnTo>
                  <a:pt x="885825" y="0"/>
                </a:lnTo>
                <a:lnTo>
                  <a:pt x="885825" y="1289685"/>
                </a:lnTo>
                <a:lnTo>
                  <a:pt x="0" y="128968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r="-15" b="-2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11102340" y="3213735"/>
            <a:ext cx="875348" cy="1289685"/>
          </a:xfrm>
          <a:custGeom>
            <a:avLst/>
            <a:gdLst/>
            <a:ahLst/>
            <a:cxnLst/>
            <a:rect l="l" t="t" r="r" b="b"/>
            <a:pathLst>
              <a:path w="875348" h="1289685">
                <a:moveTo>
                  <a:pt x="0" y="0"/>
                </a:moveTo>
                <a:lnTo>
                  <a:pt x="875348" y="0"/>
                </a:lnTo>
                <a:lnTo>
                  <a:pt x="875348" y="1289685"/>
                </a:lnTo>
                <a:lnTo>
                  <a:pt x="0" y="128968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b="-5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>
            <a:off x="12403455" y="3213735"/>
            <a:ext cx="885825" cy="1289685"/>
          </a:xfrm>
          <a:custGeom>
            <a:avLst/>
            <a:gdLst/>
            <a:ahLst/>
            <a:cxnLst/>
            <a:rect l="l" t="t" r="r" b="b"/>
            <a:pathLst>
              <a:path w="885825" h="1289685">
                <a:moveTo>
                  <a:pt x="0" y="0"/>
                </a:moveTo>
                <a:lnTo>
                  <a:pt x="885825" y="0"/>
                </a:lnTo>
                <a:lnTo>
                  <a:pt x="885825" y="1289685"/>
                </a:lnTo>
                <a:lnTo>
                  <a:pt x="0" y="128968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r="-15" b="-2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>
            <a:off x="13496925" y="3213735"/>
            <a:ext cx="875348" cy="1289685"/>
          </a:xfrm>
          <a:custGeom>
            <a:avLst/>
            <a:gdLst/>
            <a:ahLst/>
            <a:cxnLst/>
            <a:rect l="l" t="t" r="r" b="b"/>
            <a:pathLst>
              <a:path w="875348" h="1289685">
                <a:moveTo>
                  <a:pt x="0" y="0"/>
                </a:moveTo>
                <a:lnTo>
                  <a:pt x="875348" y="0"/>
                </a:lnTo>
                <a:lnTo>
                  <a:pt x="875348" y="1289685"/>
                </a:lnTo>
                <a:lnTo>
                  <a:pt x="0" y="128968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t="-30" r="-1196" b="-3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Freeform 16"/>
          <p:cNvSpPr/>
          <p:nvPr/>
        </p:nvSpPr>
        <p:spPr>
          <a:xfrm>
            <a:off x="14798992" y="3213735"/>
            <a:ext cx="885825" cy="1289685"/>
          </a:xfrm>
          <a:custGeom>
            <a:avLst/>
            <a:gdLst/>
            <a:ahLst/>
            <a:cxnLst/>
            <a:rect l="l" t="t" r="r" b="b"/>
            <a:pathLst>
              <a:path w="885825" h="1289685">
                <a:moveTo>
                  <a:pt x="0" y="0"/>
                </a:moveTo>
                <a:lnTo>
                  <a:pt x="885825" y="0"/>
                </a:lnTo>
                <a:lnTo>
                  <a:pt x="885825" y="1289685"/>
                </a:lnTo>
                <a:lnTo>
                  <a:pt x="0" y="128968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r="-15" b="-2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Freeform 17"/>
          <p:cNvSpPr/>
          <p:nvPr/>
        </p:nvSpPr>
        <p:spPr>
          <a:xfrm>
            <a:off x="16100107" y="3213735"/>
            <a:ext cx="885825" cy="1289685"/>
          </a:xfrm>
          <a:custGeom>
            <a:avLst/>
            <a:gdLst/>
            <a:ahLst/>
            <a:cxnLst/>
            <a:rect l="l" t="t" r="r" b="b"/>
            <a:pathLst>
              <a:path w="885825" h="1289685">
                <a:moveTo>
                  <a:pt x="0" y="0"/>
                </a:moveTo>
                <a:lnTo>
                  <a:pt x="885825" y="0"/>
                </a:lnTo>
                <a:lnTo>
                  <a:pt x="885825" y="1289685"/>
                </a:lnTo>
                <a:lnTo>
                  <a:pt x="0" y="128968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r="-15" b="-2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Freeform 18"/>
          <p:cNvSpPr/>
          <p:nvPr/>
        </p:nvSpPr>
        <p:spPr>
          <a:xfrm>
            <a:off x="9789795" y="4492942"/>
            <a:ext cx="885825" cy="1301115"/>
          </a:xfrm>
          <a:custGeom>
            <a:avLst/>
            <a:gdLst/>
            <a:ahLst/>
            <a:cxnLst/>
            <a:rect l="l" t="t" r="r" b="b"/>
            <a:pathLst>
              <a:path w="885825" h="1301115">
                <a:moveTo>
                  <a:pt x="0" y="0"/>
                </a:moveTo>
                <a:lnTo>
                  <a:pt x="885825" y="0"/>
                </a:lnTo>
                <a:lnTo>
                  <a:pt x="885825" y="1301115"/>
                </a:lnTo>
                <a:lnTo>
                  <a:pt x="0" y="130111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-1182" t="-1234" b="-123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Freeform 19"/>
          <p:cNvSpPr/>
          <p:nvPr/>
        </p:nvSpPr>
        <p:spPr>
          <a:xfrm>
            <a:off x="11102340" y="4492942"/>
            <a:ext cx="875348" cy="1301115"/>
          </a:xfrm>
          <a:custGeom>
            <a:avLst/>
            <a:gdLst/>
            <a:ahLst/>
            <a:cxnLst/>
            <a:rect l="l" t="t" r="r" b="b"/>
            <a:pathLst>
              <a:path w="875348" h="1301115">
                <a:moveTo>
                  <a:pt x="0" y="0"/>
                </a:moveTo>
                <a:lnTo>
                  <a:pt x="875348" y="0"/>
                </a:lnTo>
                <a:lnTo>
                  <a:pt x="875348" y="1301115"/>
                </a:lnTo>
                <a:lnTo>
                  <a:pt x="0" y="1301115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b="-2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Freeform 20"/>
          <p:cNvSpPr/>
          <p:nvPr/>
        </p:nvSpPr>
        <p:spPr>
          <a:xfrm>
            <a:off x="12403455" y="4492942"/>
            <a:ext cx="885825" cy="1301115"/>
          </a:xfrm>
          <a:custGeom>
            <a:avLst/>
            <a:gdLst/>
            <a:ahLst/>
            <a:cxnLst/>
            <a:rect l="l" t="t" r="r" b="b"/>
            <a:pathLst>
              <a:path w="885825" h="1301115">
                <a:moveTo>
                  <a:pt x="0" y="0"/>
                </a:moveTo>
                <a:lnTo>
                  <a:pt x="885825" y="0"/>
                </a:lnTo>
                <a:lnTo>
                  <a:pt x="885825" y="1301115"/>
                </a:lnTo>
                <a:lnTo>
                  <a:pt x="0" y="1301115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-1182" t="-1234" b="-123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Freeform 21"/>
          <p:cNvSpPr/>
          <p:nvPr/>
        </p:nvSpPr>
        <p:spPr>
          <a:xfrm>
            <a:off x="13496925" y="4492942"/>
            <a:ext cx="875348" cy="1301115"/>
          </a:xfrm>
          <a:custGeom>
            <a:avLst/>
            <a:gdLst/>
            <a:ahLst/>
            <a:cxnLst/>
            <a:rect l="l" t="t" r="r" b="b"/>
            <a:pathLst>
              <a:path w="875348" h="1301115">
                <a:moveTo>
                  <a:pt x="0" y="0"/>
                </a:moveTo>
                <a:lnTo>
                  <a:pt x="875348" y="0"/>
                </a:lnTo>
                <a:lnTo>
                  <a:pt x="875348" y="1301115"/>
                </a:lnTo>
                <a:lnTo>
                  <a:pt x="0" y="1301115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b="-2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Freeform 22"/>
          <p:cNvSpPr/>
          <p:nvPr/>
        </p:nvSpPr>
        <p:spPr>
          <a:xfrm>
            <a:off x="14798992" y="4492942"/>
            <a:ext cx="885825" cy="1301115"/>
          </a:xfrm>
          <a:custGeom>
            <a:avLst/>
            <a:gdLst/>
            <a:ahLst/>
            <a:cxnLst/>
            <a:rect l="l" t="t" r="r" b="b"/>
            <a:pathLst>
              <a:path w="885825" h="1301115">
                <a:moveTo>
                  <a:pt x="0" y="0"/>
                </a:moveTo>
                <a:lnTo>
                  <a:pt x="885825" y="0"/>
                </a:lnTo>
                <a:lnTo>
                  <a:pt x="885825" y="1301115"/>
                </a:lnTo>
                <a:lnTo>
                  <a:pt x="0" y="1301115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r="-3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3" name="Freeform 23"/>
          <p:cNvSpPr/>
          <p:nvPr/>
        </p:nvSpPr>
        <p:spPr>
          <a:xfrm>
            <a:off x="16100107" y="4492942"/>
            <a:ext cx="885825" cy="1301115"/>
          </a:xfrm>
          <a:custGeom>
            <a:avLst/>
            <a:gdLst/>
            <a:ahLst/>
            <a:cxnLst/>
            <a:rect l="l" t="t" r="r" b="b"/>
            <a:pathLst>
              <a:path w="885825" h="1301115">
                <a:moveTo>
                  <a:pt x="0" y="0"/>
                </a:moveTo>
                <a:lnTo>
                  <a:pt x="885825" y="0"/>
                </a:lnTo>
                <a:lnTo>
                  <a:pt x="885825" y="1301115"/>
                </a:lnTo>
                <a:lnTo>
                  <a:pt x="0" y="1301115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-1182" t="-1234" b="-123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Freeform 24"/>
          <p:cNvSpPr/>
          <p:nvPr/>
        </p:nvSpPr>
        <p:spPr>
          <a:xfrm>
            <a:off x="9789795" y="5782628"/>
            <a:ext cx="885825" cy="1508760"/>
          </a:xfrm>
          <a:custGeom>
            <a:avLst/>
            <a:gdLst/>
            <a:ahLst/>
            <a:cxnLst/>
            <a:rect l="l" t="t" r="r" b="b"/>
            <a:pathLst>
              <a:path w="885825" h="1508760">
                <a:moveTo>
                  <a:pt x="0" y="0"/>
                </a:moveTo>
                <a:lnTo>
                  <a:pt x="885825" y="0"/>
                </a:lnTo>
                <a:lnTo>
                  <a:pt x="885825" y="1508760"/>
                </a:lnTo>
                <a:lnTo>
                  <a:pt x="0" y="1508760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r="-2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5" name="Freeform 25"/>
          <p:cNvSpPr/>
          <p:nvPr/>
        </p:nvSpPr>
        <p:spPr>
          <a:xfrm>
            <a:off x="11102340" y="5782628"/>
            <a:ext cx="875348" cy="1508760"/>
          </a:xfrm>
          <a:custGeom>
            <a:avLst/>
            <a:gdLst/>
            <a:ahLst/>
            <a:cxnLst/>
            <a:rect l="l" t="t" r="r" b="b"/>
            <a:pathLst>
              <a:path w="875348" h="1508760">
                <a:moveTo>
                  <a:pt x="0" y="0"/>
                </a:moveTo>
                <a:lnTo>
                  <a:pt x="875348" y="0"/>
                </a:lnTo>
                <a:lnTo>
                  <a:pt x="875348" y="1508760"/>
                </a:lnTo>
                <a:lnTo>
                  <a:pt x="0" y="1508760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t="-14" r="-1196" b="-1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6" name="Freeform 26"/>
          <p:cNvSpPr/>
          <p:nvPr/>
        </p:nvSpPr>
        <p:spPr>
          <a:xfrm>
            <a:off x="12403455" y="5782628"/>
            <a:ext cx="885825" cy="1508760"/>
          </a:xfrm>
          <a:custGeom>
            <a:avLst/>
            <a:gdLst/>
            <a:ahLst/>
            <a:cxnLst/>
            <a:rect l="l" t="t" r="r" b="b"/>
            <a:pathLst>
              <a:path w="885825" h="1508760">
                <a:moveTo>
                  <a:pt x="0" y="0"/>
                </a:moveTo>
                <a:lnTo>
                  <a:pt x="885825" y="0"/>
                </a:lnTo>
                <a:lnTo>
                  <a:pt x="885825" y="1508760"/>
                </a:lnTo>
                <a:lnTo>
                  <a:pt x="0" y="1508760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 r="-2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7" name="Freeform 27"/>
          <p:cNvSpPr/>
          <p:nvPr/>
        </p:nvSpPr>
        <p:spPr>
          <a:xfrm>
            <a:off x="13496925" y="5782628"/>
            <a:ext cx="875348" cy="1508760"/>
          </a:xfrm>
          <a:custGeom>
            <a:avLst/>
            <a:gdLst/>
            <a:ahLst/>
            <a:cxnLst/>
            <a:rect l="l" t="t" r="r" b="b"/>
            <a:pathLst>
              <a:path w="875348" h="1508760">
                <a:moveTo>
                  <a:pt x="0" y="0"/>
                </a:moveTo>
                <a:lnTo>
                  <a:pt x="875348" y="0"/>
                </a:lnTo>
                <a:lnTo>
                  <a:pt x="875348" y="1508760"/>
                </a:lnTo>
                <a:lnTo>
                  <a:pt x="0" y="1508760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 b="-2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8" name="Freeform 28"/>
          <p:cNvSpPr/>
          <p:nvPr/>
        </p:nvSpPr>
        <p:spPr>
          <a:xfrm>
            <a:off x="14798992" y="5782628"/>
            <a:ext cx="885825" cy="1508760"/>
          </a:xfrm>
          <a:custGeom>
            <a:avLst/>
            <a:gdLst/>
            <a:ahLst/>
            <a:cxnLst/>
            <a:rect l="l" t="t" r="r" b="b"/>
            <a:pathLst>
              <a:path w="885825" h="1508760">
                <a:moveTo>
                  <a:pt x="0" y="0"/>
                </a:moveTo>
                <a:lnTo>
                  <a:pt x="885825" y="0"/>
                </a:lnTo>
                <a:lnTo>
                  <a:pt x="885825" y="1508760"/>
                </a:lnTo>
                <a:lnTo>
                  <a:pt x="0" y="1508760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 t="-14" b="-1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9" name="Freeform 29"/>
          <p:cNvSpPr/>
          <p:nvPr/>
        </p:nvSpPr>
        <p:spPr>
          <a:xfrm>
            <a:off x="16100107" y="5782628"/>
            <a:ext cx="885825" cy="1508760"/>
          </a:xfrm>
          <a:custGeom>
            <a:avLst/>
            <a:gdLst/>
            <a:ahLst/>
            <a:cxnLst/>
            <a:rect l="l" t="t" r="r" b="b"/>
            <a:pathLst>
              <a:path w="885825" h="1508760">
                <a:moveTo>
                  <a:pt x="0" y="0"/>
                </a:moveTo>
                <a:lnTo>
                  <a:pt x="885825" y="0"/>
                </a:lnTo>
                <a:lnTo>
                  <a:pt x="885825" y="1508760"/>
                </a:lnTo>
                <a:lnTo>
                  <a:pt x="0" y="1508760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 r="-2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0" name="Freeform 30"/>
          <p:cNvSpPr/>
          <p:nvPr/>
        </p:nvSpPr>
        <p:spPr>
          <a:xfrm>
            <a:off x="9789795" y="7061835"/>
            <a:ext cx="885825" cy="1519238"/>
          </a:xfrm>
          <a:custGeom>
            <a:avLst/>
            <a:gdLst/>
            <a:ahLst/>
            <a:cxnLst/>
            <a:rect l="l" t="t" r="r" b="b"/>
            <a:pathLst>
              <a:path w="885825" h="1519238">
                <a:moveTo>
                  <a:pt x="0" y="0"/>
                </a:moveTo>
                <a:lnTo>
                  <a:pt x="885825" y="0"/>
                </a:lnTo>
                <a:lnTo>
                  <a:pt x="885825" y="1519238"/>
                </a:lnTo>
                <a:lnTo>
                  <a:pt x="0" y="1519238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>
              <a:fillRect r="-15" b="-2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1" name="Freeform 31"/>
          <p:cNvSpPr/>
          <p:nvPr/>
        </p:nvSpPr>
        <p:spPr>
          <a:xfrm>
            <a:off x="11102340" y="7061835"/>
            <a:ext cx="875348" cy="1519238"/>
          </a:xfrm>
          <a:custGeom>
            <a:avLst/>
            <a:gdLst/>
            <a:ahLst/>
            <a:cxnLst/>
            <a:rect l="l" t="t" r="r" b="b"/>
            <a:pathLst>
              <a:path w="875348" h="1519238">
                <a:moveTo>
                  <a:pt x="0" y="0"/>
                </a:moveTo>
                <a:lnTo>
                  <a:pt x="875348" y="0"/>
                </a:lnTo>
                <a:lnTo>
                  <a:pt x="875348" y="1519238"/>
                </a:lnTo>
                <a:lnTo>
                  <a:pt x="0" y="1519238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>
              <a:fillRect b="-5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2" name="Freeform 32"/>
          <p:cNvSpPr/>
          <p:nvPr/>
        </p:nvSpPr>
        <p:spPr>
          <a:xfrm>
            <a:off x="12403455" y="7061835"/>
            <a:ext cx="885825" cy="1519238"/>
          </a:xfrm>
          <a:custGeom>
            <a:avLst/>
            <a:gdLst/>
            <a:ahLst/>
            <a:cxnLst/>
            <a:rect l="l" t="t" r="r" b="b"/>
            <a:pathLst>
              <a:path w="885825" h="1519238">
                <a:moveTo>
                  <a:pt x="0" y="0"/>
                </a:moveTo>
                <a:lnTo>
                  <a:pt x="885825" y="0"/>
                </a:lnTo>
                <a:lnTo>
                  <a:pt x="885825" y="1519238"/>
                </a:lnTo>
                <a:lnTo>
                  <a:pt x="0" y="1519238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>
              <a:fillRect t="-29" b="-2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3" name="Freeform 33"/>
          <p:cNvSpPr/>
          <p:nvPr/>
        </p:nvSpPr>
        <p:spPr>
          <a:xfrm>
            <a:off x="13496925" y="7061835"/>
            <a:ext cx="875348" cy="1519238"/>
          </a:xfrm>
          <a:custGeom>
            <a:avLst/>
            <a:gdLst/>
            <a:ahLst/>
            <a:cxnLst/>
            <a:rect l="l" t="t" r="r" b="b"/>
            <a:pathLst>
              <a:path w="875348" h="1519238">
                <a:moveTo>
                  <a:pt x="0" y="0"/>
                </a:moveTo>
                <a:lnTo>
                  <a:pt x="875348" y="0"/>
                </a:lnTo>
                <a:lnTo>
                  <a:pt x="875348" y="1519238"/>
                </a:lnTo>
                <a:lnTo>
                  <a:pt x="0" y="1519238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>
              <a:fillRect b="-5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4" name="Freeform 34"/>
          <p:cNvSpPr/>
          <p:nvPr/>
        </p:nvSpPr>
        <p:spPr>
          <a:xfrm>
            <a:off x="14798992" y="7061835"/>
            <a:ext cx="885825" cy="1519238"/>
          </a:xfrm>
          <a:custGeom>
            <a:avLst/>
            <a:gdLst/>
            <a:ahLst/>
            <a:cxnLst/>
            <a:rect l="l" t="t" r="r" b="b"/>
            <a:pathLst>
              <a:path w="885825" h="1519238">
                <a:moveTo>
                  <a:pt x="0" y="0"/>
                </a:moveTo>
                <a:lnTo>
                  <a:pt x="885825" y="0"/>
                </a:lnTo>
                <a:lnTo>
                  <a:pt x="885825" y="1519238"/>
                </a:lnTo>
                <a:lnTo>
                  <a:pt x="0" y="1519238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>
              <a:fillRect r="-15" b="-2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5" name="Freeform 35"/>
          <p:cNvSpPr/>
          <p:nvPr/>
        </p:nvSpPr>
        <p:spPr>
          <a:xfrm>
            <a:off x="16100107" y="7061835"/>
            <a:ext cx="885825" cy="1519238"/>
          </a:xfrm>
          <a:custGeom>
            <a:avLst/>
            <a:gdLst/>
            <a:ahLst/>
            <a:cxnLst/>
            <a:rect l="l" t="t" r="r" b="b"/>
            <a:pathLst>
              <a:path w="885825" h="1519238">
                <a:moveTo>
                  <a:pt x="0" y="0"/>
                </a:moveTo>
                <a:lnTo>
                  <a:pt x="885825" y="0"/>
                </a:lnTo>
                <a:lnTo>
                  <a:pt x="885825" y="1519238"/>
                </a:lnTo>
                <a:lnTo>
                  <a:pt x="0" y="1519238"/>
                </a:lnTo>
                <a:lnTo>
                  <a:pt x="0" y="0"/>
                </a:lnTo>
                <a:close/>
              </a:path>
            </a:pathLst>
          </a:custGeom>
          <a:blipFill>
            <a:blip r:embed="rId34"/>
            <a:stretch>
              <a:fillRect t="-29" b="-2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6" name="TextBox 36"/>
          <p:cNvSpPr txBox="1"/>
          <p:nvPr/>
        </p:nvSpPr>
        <p:spPr>
          <a:xfrm>
            <a:off x="9048750" y="9401175"/>
            <a:ext cx="8381351" cy="2141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93"/>
              </a:lnSpc>
            </a:pPr>
            <a:r>
              <a:rPr lang="en-US" sz="1494" b="1" spc="-59">
                <a:solidFill>
                  <a:srgbClr val="453344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Sources: World Stroke Organization, Global Stroke Fact Sheet 2025; RELEASE Collaborators, Stroke, 2021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 tmFilter="0, 0; .2, .5; .8, .5; 1, 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5" dur="250" autoRev="1" fill="hold"/>
                                        <p:tgtEl>
                                          <p:spTgt spid="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6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0" y="0"/>
            <a:ext cx="5884536" cy="2579949"/>
          </a:xfrm>
          <a:custGeom>
            <a:avLst/>
            <a:gdLst/>
            <a:ahLst/>
            <a:cxnLst/>
            <a:rect l="l" t="t" r="r" b="b"/>
            <a:pathLst>
              <a:path w="5884536" h="2579949">
                <a:moveTo>
                  <a:pt x="0" y="0"/>
                </a:moveTo>
                <a:lnTo>
                  <a:pt x="5884536" y="0"/>
                </a:lnTo>
                <a:lnTo>
                  <a:pt x="5884536" y="2579949"/>
                </a:lnTo>
                <a:lnTo>
                  <a:pt x="0" y="25799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5236354" y="0"/>
            <a:ext cx="3051646" cy="3432644"/>
          </a:xfrm>
          <a:custGeom>
            <a:avLst/>
            <a:gdLst/>
            <a:ahLst/>
            <a:cxnLst/>
            <a:rect l="l" t="t" r="r" b="b"/>
            <a:pathLst>
              <a:path w="3051646" h="3432644">
                <a:moveTo>
                  <a:pt x="0" y="0"/>
                </a:moveTo>
                <a:lnTo>
                  <a:pt x="3051646" y="0"/>
                </a:lnTo>
                <a:lnTo>
                  <a:pt x="3051646" y="3432644"/>
                </a:lnTo>
                <a:lnTo>
                  <a:pt x="0" y="34326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047750" y="2066925"/>
            <a:ext cx="7546052" cy="42601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240"/>
              </a:lnSpc>
            </a:pPr>
            <a:r>
              <a:rPr lang="en-US" sz="8240" b="1" spc="-329">
                <a:solidFill>
                  <a:srgbClr val="453344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61% still have communication problems one year later.</a:t>
            </a:r>
          </a:p>
        </p:txBody>
      </p:sp>
      <p:sp>
        <p:nvSpPr>
          <p:cNvPr id="6" name="Freeform 6"/>
          <p:cNvSpPr/>
          <p:nvPr/>
        </p:nvSpPr>
        <p:spPr>
          <a:xfrm>
            <a:off x="9789795" y="1704975"/>
            <a:ext cx="885825" cy="1519238"/>
          </a:xfrm>
          <a:custGeom>
            <a:avLst/>
            <a:gdLst/>
            <a:ahLst/>
            <a:cxnLst/>
            <a:rect l="l" t="t" r="r" b="b"/>
            <a:pathLst>
              <a:path w="885825" h="1519238">
                <a:moveTo>
                  <a:pt x="0" y="0"/>
                </a:moveTo>
                <a:lnTo>
                  <a:pt x="885825" y="0"/>
                </a:lnTo>
                <a:lnTo>
                  <a:pt x="885825" y="1519237"/>
                </a:lnTo>
                <a:lnTo>
                  <a:pt x="0" y="151923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r="-15" b="-2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1102340" y="1704975"/>
            <a:ext cx="875348" cy="1519238"/>
          </a:xfrm>
          <a:custGeom>
            <a:avLst/>
            <a:gdLst/>
            <a:ahLst/>
            <a:cxnLst/>
            <a:rect l="l" t="t" r="r" b="b"/>
            <a:pathLst>
              <a:path w="875348" h="1519238">
                <a:moveTo>
                  <a:pt x="0" y="0"/>
                </a:moveTo>
                <a:lnTo>
                  <a:pt x="875348" y="0"/>
                </a:lnTo>
                <a:lnTo>
                  <a:pt x="875348" y="1519237"/>
                </a:lnTo>
                <a:lnTo>
                  <a:pt x="0" y="15192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29" r="-1196" b="-2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2403455" y="1704975"/>
            <a:ext cx="885825" cy="1519238"/>
          </a:xfrm>
          <a:custGeom>
            <a:avLst/>
            <a:gdLst/>
            <a:ahLst/>
            <a:cxnLst/>
            <a:rect l="l" t="t" r="r" b="b"/>
            <a:pathLst>
              <a:path w="885825" h="1519238">
                <a:moveTo>
                  <a:pt x="0" y="0"/>
                </a:moveTo>
                <a:lnTo>
                  <a:pt x="885825" y="0"/>
                </a:lnTo>
                <a:lnTo>
                  <a:pt x="885825" y="1519237"/>
                </a:lnTo>
                <a:lnTo>
                  <a:pt x="0" y="151923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r="-15" b="-2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3496925" y="1704975"/>
            <a:ext cx="875348" cy="1519238"/>
          </a:xfrm>
          <a:custGeom>
            <a:avLst/>
            <a:gdLst/>
            <a:ahLst/>
            <a:cxnLst/>
            <a:rect l="l" t="t" r="r" b="b"/>
            <a:pathLst>
              <a:path w="875348" h="1519238">
                <a:moveTo>
                  <a:pt x="0" y="0"/>
                </a:moveTo>
                <a:lnTo>
                  <a:pt x="875348" y="0"/>
                </a:lnTo>
                <a:lnTo>
                  <a:pt x="875348" y="1519237"/>
                </a:lnTo>
                <a:lnTo>
                  <a:pt x="0" y="151923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b="-5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4798992" y="1704975"/>
            <a:ext cx="885825" cy="1519238"/>
          </a:xfrm>
          <a:custGeom>
            <a:avLst/>
            <a:gdLst/>
            <a:ahLst/>
            <a:cxnLst/>
            <a:rect l="l" t="t" r="r" b="b"/>
            <a:pathLst>
              <a:path w="885825" h="1519238">
                <a:moveTo>
                  <a:pt x="0" y="0"/>
                </a:moveTo>
                <a:lnTo>
                  <a:pt x="885825" y="0"/>
                </a:lnTo>
                <a:lnTo>
                  <a:pt x="885825" y="1519237"/>
                </a:lnTo>
                <a:lnTo>
                  <a:pt x="0" y="151923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t="-29" b="-2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16100107" y="1704975"/>
            <a:ext cx="885825" cy="1519238"/>
          </a:xfrm>
          <a:custGeom>
            <a:avLst/>
            <a:gdLst/>
            <a:ahLst/>
            <a:cxnLst/>
            <a:rect l="l" t="t" r="r" b="b"/>
            <a:pathLst>
              <a:path w="885825" h="1519238">
                <a:moveTo>
                  <a:pt x="0" y="0"/>
                </a:moveTo>
                <a:lnTo>
                  <a:pt x="885825" y="0"/>
                </a:lnTo>
                <a:lnTo>
                  <a:pt x="885825" y="1519237"/>
                </a:lnTo>
                <a:lnTo>
                  <a:pt x="0" y="151923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r="-15" b="-2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9789795" y="3213735"/>
            <a:ext cx="885825" cy="1289685"/>
          </a:xfrm>
          <a:custGeom>
            <a:avLst/>
            <a:gdLst/>
            <a:ahLst/>
            <a:cxnLst/>
            <a:rect l="l" t="t" r="r" b="b"/>
            <a:pathLst>
              <a:path w="885825" h="1289685">
                <a:moveTo>
                  <a:pt x="0" y="0"/>
                </a:moveTo>
                <a:lnTo>
                  <a:pt x="885825" y="0"/>
                </a:lnTo>
                <a:lnTo>
                  <a:pt x="885825" y="1289685"/>
                </a:lnTo>
                <a:lnTo>
                  <a:pt x="0" y="128968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r="-15" b="-2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11102340" y="3213735"/>
            <a:ext cx="875348" cy="1289685"/>
          </a:xfrm>
          <a:custGeom>
            <a:avLst/>
            <a:gdLst/>
            <a:ahLst/>
            <a:cxnLst/>
            <a:rect l="l" t="t" r="r" b="b"/>
            <a:pathLst>
              <a:path w="875348" h="1289685">
                <a:moveTo>
                  <a:pt x="0" y="0"/>
                </a:moveTo>
                <a:lnTo>
                  <a:pt x="875348" y="0"/>
                </a:lnTo>
                <a:lnTo>
                  <a:pt x="875348" y="1289685"/>
                </a:lnTo>
                <a:lnTo>
                  <a:pt x="0" y="128968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b="-5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>
            <a:off x="12403455" y="3213735"/>
            <a:ext cx="885825" cy="1289685"/>
          </a:xfrm>
          <a:custGeom>
            <a:avLst/>
            <a:gdLst/>
            <a:ahLst/>
            <a:cxnLst/>
            <a:rect l="l" t="t" r="r" b="b"/>
            <a:pathLst>
              <a:path w="885825" h="1289685">
                <a:moveTo>
                  <a:pt x="0" y="0"/>
                </a:moveTo>
                <a:lnTo>
                  <a:pt x="885825" y="0"/>
                </a:lnTo>
                <a:lnTo>
                  <a:pt x="885825" y="1289685"/>
                </a:lnTo>
                <a:lnTo>
                  <a:pt x="0" y="128968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r="-15" b="-2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>
            <a:off x="13496925" y="3213735"/>
            <a:ext cx="875348" cy="1289685"/>
          </a:xfrm>
          <a:custGeom>
            <a:avLst/>
            <a:gdLst/>
            <a:ahLst/>
            <a:cxnLst/>
            <a:rect l="l" t="t" r="r" b="b"/>
            <a:pathLst>
              <a:path w="875348" h="1289685">
                <a:moveTo>
                  <a:pt x="0" y="0"/>
                </a:moveTo>
                <a:lnTo>
                  <a:pt x="875348" y="0"/>
                </a:lnTo>
                <a:lnTo>
                  <a:pt x="875348" y="1289685"/>
                </a:lnTo>
                <a:lnTo>
                  <a:pt x="0" y="128968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t="-30" r="-1196" b="-3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Freeform 16"/>
          <p:cNvSpPr/>
          <p:nvPr/>
        </p:nvSpPr>
        <p:spPr>
          <a:xfrm>
            <a:off x="14798992" y="3213735"/>
            <a:ext cx="885825" cy="1289685"/>
          </a:xfrm>
          <a:custGeom>
            <a:avLst/>
            <a:gdLst/>
            <a:ahLst/>
            <a:cxnLst/>
            <a:rect l="l" t="t" r="r" b="b"/>
            <a:pathLst>
              <a:path w="885825" h="1289685">
                <a:moveTo>
                  <a:pt x="0" y="0"/>
                </a:moveTo>
                <a:lnTo>
                  <a:pt x="885825" y="0"/>
                </a:lnTo>
                <a:lnTo>
                  <a:pt x="885825" y="1289685"/>
                </a:lnTo>
                <a:lnTo>
                  <a:pt x="0" y="128968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r="-15" b="-2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Freeform 17"/>
          <p:cNvSpPr/>
          <p:nvPr/>
        </p:nvSpPr>
        <p:spPr>
          <a:xfrm>
            <a:off x="16100107" y="3213735"/>
            <a:ext cx="885825" cy="1289685"/>
          </a:xfrm>
          <a:custGeom>
            <a:avLst/>
            <a:gdLst/>
            <a:ahLst/>
            <a:cxnLst/>
            <a:rect l="l" t="t" r="r" b="b"/>
            <a:pathLst>
              <a:path w="885825" h="1289685">
                <a:moveTo>
                  <a:pt x="0" y="0"/>
                </a:moveTo>
                <a:lnTo>
                  <a:pt x="885825" y="0"/>
                </a:lnTo>
                <a:lnTo>
                  <a:pt x="885825" y="1289685"/>
                </a:lnTo>
                <a:lnTo>
                  <a:pt x="0" y="128968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r="-15" b="-2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Freeform 18"/>
          <p:cNvSpPr/>
          <p:nvPr/>
        </p:nvSpPr>
        <p:spPr>
          <a:xfrm>
            <a:off x="9789795" y="4492942"/>
            <a:ext cx="885825" cy="1301115"/>
          </a:xfrm>
          <a:custGeom>
            <a:avLst/>
            <a:gdLst/>
            <a:ahLst/>
            <a:cxnLst/>
            <a:rect l="l" t="t" r="r" b="b"/>
            <a:pathLst>
              <a:path w="885825" h="1301115">
                <a:moveTo>
                  <a:pt x="0" y="0"/>
                </a:moveTo>
                <a:lnTo>
                  <a:pt x="885825" y="0"/>
                </a:lnTo>
                <a:lnTo>
                  <a:pt x="885825" y="1301115"/>
                </a:lnTo>
                <a:lnTo>
                  <a:pt x="0" y="130111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-1182" t="-1234" b="-123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Freeform 19"/>
          <p:cNvSpPr/>
          <p:nvPr/>
        </p:nvSpPr>
        <p:spPr>
          <a:xfrm>
            <a:off x="11102340" y="4492942"/>
            <a:ext cx="875348" cy="1301115"/>
          </a:xfrm>
          <a:custGeom>
            <a:avLst/>
            <a:gdLst/>
            <a:ahLst/>
            <a:cxnLst/>
            <a:rect l="l" t="t" r="r" b="b"/>
            <a:pathLst>
              <a:path w="875348" h="1301115">
                <a:moveTo>
                  <a:pt x="0" y="0"/>
                </a:moveTo>
                <a:lnTo>
                  <a:pt x="875348" y="0"/>
                </a:lnTo>
                <a:lnTo>
                  <a:pt x="875348" y="1301115"/>
                </a:lnTo>
                <a:lnTo>
                  <a:pt x="0" y="1301115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b="-2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Freeform 20"/>
          <p:cNvSpPr/>
          <p:nvPr/>
        </p:nvSpPr>
        <p:spPr>
          <a:xfrm>
            <a:off x="12403455" y="4492942"/>
            <a:ext cx="885825" cy="1301115"/>
          </a:xfrm>
          <a:custGeom>
            <a:avLst/>
            <a:gdLst/>
            <a:ahLst/>
            <a:cxnLst/>
            <a:rect l="l" t="t" r="r" b="b"/>
            <a:pathLst>
              <a:path w="885825" h="1301115">
                <a:moveTo>
                  <a:pt x="0" y="0"/>
                </a:moveTo>
                <a:lnTo>
                  <a:pt x="885825" y="0"/>
                </a:lnTo>
                <a:lnTo>
                  <a:pt x="885825" y="1301115"/>
                </a:lnTo>
                <a:lnTo>
                  <a:pt x="0" y="1301115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-1182" t="-1234" b="-123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Freeform 21"/>
          <p:cNvSpPr/>
          <p:nvPr/>
        </p:nvSpPr>
        <p:spPr>
          <a:xfrm>
            <a:off x="13496925" y="4492942"/>
            <a:ext cx="875348" cy="1301115"/>
          </a:xfrm>
          <a:custGeom>
            <a:avLst/>
            <a:gdLst/>
            <a:ahLst/>
            <a:cxnLst/>
            <a:rect l="l" t="t" r="r" b="b"/>
            <a:pathLst>
              <a:path w="875348" h="1301115">
                <a:moveTo>
                  <a:pt x="0" y="0"/>
                </a:moveTo>
                <a:lnTo>
                  <a:pt x="875348" y="0"/>
                </a:lnTo>
                <a:lnTo>
                  <a:pt x="875348" y="1301115"/>
                </a:lnTo>
                <a:lnTo>
                  <a:pt x="0" y="1301115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b="-2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Freeform 22"/>
          <p:cNvSpPr/>
          <p:nvPr/>
        </p:nvSpPr>
        <p:spPr>
          <a:xfrm>
            <a:off x="14798992" y="4492942"/>
            <a:ext cx="885825" cy="1301115"/>
          </a:xfrm>
          <a:custGeom>
            <a:avLst/>
            <a:gdLst/>
            <a:ahLst/>
            <a:cxnLst/>
            <a:rect l="l" t="t" r="r" b="b"/>
            <a:pathLst>
              <a:path w="885825" h="1301115">
                <a:moveTo>
                  <a:pt x="0" y="0"/>
                </a:moveTo>
                <a:lnTo>
                  <a:pt x="885825" y="0"/>
                </a:lnTo>
                <a:lnTo>
                  <a:pt x="885825" y="1301115"/>
                </a:lnTo>
                <a:lnTo>
                  <a:pt x="0" y="1301115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r="-3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3" name="Freeform 23"/>
          <p:cNvSpPr/>
          <p:nvPr/>
        </p:nvSpPr>
        <p:spPr>
          <a:xfrm>
            <a:off x="16100107" y="4492942"/>
            <a:ext cx="885825" cy="1301115"/>
          </a:xfrm>
          <a:custGeom>
            <a:avLst/>
            <a:gdLst/>
            <a:ahLst/>
            <a:cxnLst/>
            <a:rect l="l" t="t" r="r" b="b"/>
            <a:pathLst>
              <a:path w="885825" h="1301115">
                <a:moveTo>
                  <a:pt x="0" y="0"/>
                </a:moveTo>
                <a:lnTo>
                  <a:pt x="885825" y="0"/>
                </a:lnTo>
                <a:lnTo>
                  <a:pt x="885825" y="1301115"/>
                </a:lnTo>
                <a:lnTo>
                  <a:pt x="0" y="1301115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-1182" t="-1234" b="-123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Freeform 24"/>
          <p:cNvSpPr/>
          <p:nvPr/>
        </p:nvSpPr>
        <p:spPr>
          <a:xfrm>
            <a:off x="9789795" y="5782628"/>
            <a:ext cx="885825" cy="1508760"/>
          </a:xfrm>
          <a:custGeom>
            <a:avLst/>
            <a:gdLst/>
            <a:ahLst/>
            <a:cxnLst/>
            <a:rect l="l" t="t" r="r" b="b"/>
            <a:pathLst>
              <a:path w="885825" h="1508760">
                <a:moveTo>
                  <a:pt x="0" y="0"/>
                </a:moveTo>
                <a:lnTo>
                  <a:pt x="885825" y="0"/>
                </a:lnTo>
                <a:lnTo>
                  <a:pt x="885825" y="1508760"/>
                </a:lnTo>
                <a:lnTo>
                  <a:pt x="0" y="1508760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r="-2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5" name="Freeform 25"/>
          <p:cNvSpPr/>
          <p:nvPr/>
        </p:nvSpPr>
        <p:spPr>
          <a:xfrm>
            <a:off x="11102340" y="5782628"/>
            <a:ext cx="875348" cy="1508760"/>
          </a:xfrm>
          <a:custGeom>
            <a:avLst/>
            <a:gdLst/>
            <a:ahLst/>
            <a:cxnLst/>
            <a:rect l="l" t="t" r="r" b="b"/>
            <a:pathLst>
              <a:path w="875348" h="1508760">
                <a:moveTo>
                  <a:pt x="0" y="0"/>
                </a:moveTo>
                <a:lnTo>
                  <a:pt x="875348" y="0"/>
                </a:lnTo>
                <a:lnTo>
                  <a:pt x="875348" y="1508760"/>
                </a:lnTo>
                <a:lnTo>
                  <a:pt x="0" y="1508760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t="-14" r="-1196" b="-1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6" name="Freeform 26"/>
          <p:cNvSpPr/>
          <p:nvPr/>
        </p:nvSpPr>
        <p:spPr>
          <a:xfrm>
            <a:off x="12403455" y="5782628"/>
            <a:ext cx="885825" cy="1508760"/>
          </a:xfrm>
          <a:custGeom>
            <a:avLst/>
            <a:gdLst/>
            <a:ahLst/>
            <a:cxnLst/>
            <a:rect l="l" t="t" r="r" b="b"/>
            <a:pathLst>
              <a:path w="885825" h="1508760">
                <a:moveTo>
                  <a:pt x="0" y="0"/>
                </a:moveTo>
                <a:lnTo>
                  <a:pt x="885825" y="0"/>
                </a:lnTo>
                <a:lnTo>
                  <a:pt x="885825" y="1508760"/>
                </a:lnTo>
                <a:lnTo>
                  <a:pt x="0" y="1508760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 r="-2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7" name="Freeform 27"/>
          <p:cNvSpPr/>
          <p:nvPr/>
        </p:nvSpPr>
        <p:spPr>
          <a:xfrm>
            <a:off x="13496925" y="5782628"/>
            <a:ext cx="875348" cy="1508760"/>
          </a:xfrm>
          <a:custGeom>
            <a:avLst/>
            <a:gdLst/>
            <a:ahLst/>
            <a:cxnLst/>
            <a:rect l="l" t="t" r="r" b="b"/>
            <a:pathLst>
              <a:path w="875348" h="1508760">
                <a:moveTo>
                  <a:pt x="0" y="0"/>
                </a:moveTo>
                <a:lnTo>
                  <a:pt x="875348" y="0"/>
                </a:lnTo>
                <a:lnTo>
                  <a:pt x="875348" y="1508760"/>
                </a:lnTo>
                <a:lnTo>
                  <a:pt x="0" y="1508760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 b="-2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8" name="Freeform 28"/>
          <p:cNvSpPr/>
          <p:nvPr/>
        </p:nvSpPr>
        <p:spPr>
          <a:xfrm>
            <a:off x="14798992" y="5782628"/>
            <a:ext cx="885825" cy="1508760"/>
          </a:xfrm>
          <a:custGeom>
            <a:avLst/>
            <a:gdLst/>
            <a:ahLst/>
            <a:cxnLst/>
            <a:rect l="l" t="t" r="r" b="b"/>
            <a:pathLst>
              <a:path w="885825" h="1508760">
                <a:moveTo>
                  <a:pt x="0" y="0"/>
                </a:moveTo>
                <a:lnTo>
                  <a:pt x="885825" y="0"/>
                </a:lnTo>
                <a:lnTo>
                  <a:pt x="885825" y="1508760"/>
                </a:lnTo>
                <a:lnTo>
                  <a:pt x="0" y="1508760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 t="-14" b="-1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9" name="Freeform 29"/>
          <p:cNvSpPr/>
          <p:nvPr/>
        </p:nvSpPr>
        <p:spPr>
          <a:xfrm>
            <a:off x="16100107" y="5782628"/>
            <a:ext cx="885825" cy="1508760"/>
          </a:xfrm>
          <a:custGeom>
            <a:avLst/>
            <a:gdLst/>
            <a:ahLst/>
            <a:cxnLst/>
            <a:rect l="l" t="t" r="r" b="b"/>
            <a:pathLst>
              <a:path w="885825" h="1508760">
                <a:moveTo>
                  <a:pt x="0" y="0"/>
                </a:moveTo>
                <a:lnTo>
                  <a:pt x="885825" y="0"/>
                </a:lnTo>
                <a:lnTo>
                  <a:pt x="885825" y="1508760"/>
                </a:lnTo>
                <a:lnTo>
                  <a:pt x="0" y="1508760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 r="-2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0" name="Freeform 30"/>
          <p:cNvSpPr/>
          <p:nvPr/>
        </p:nvSpPr>
        <p:spPr>
          <a:xfrm>
            <a:off x="9789795" y="7061835"/>
            <a:ext cx="885825" cy="1519238"/>
          </a:xfrm>
          <a:custGeom>
            <a:avLst/>
            <a:gdLst/>
            <a:ahLst/>
            <a:cxnLst/>
            <a:rect l="l" t="t" r="r" b="b"/>
            <a:pathLst>
              <a:path w="885825" h="1519238">
                <a:moveTo>
                  <a:pt x="0" y="0"/>
                </a:moveTo>
                <a:lnTo>
                  <a:pt x="885825" y="0"/>
                </a:lnTo>
                <a:lnTo>
                  <a:pt x="885825" y="1519238"/>
                </a:lnTo>
                <a:lnTo>
                  <a:pt x="0" y="1519238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>
              <a:fillRect r="-15" b="-2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1" name="Freeform 31"/>
          <p:cNvSpPr/>
          <p:nvPr/>
        </p:nvSpPr>
        <p:spPr>
          <a:xfrm>
            <a:off x="11102340" y="7061835"/>
            <a:ext cx="875348" cy="1519238"/>
          </a:xfrm>
          <a:custGeom>
            <a:avLst/>
            <a:gdLst/>
            <a:ahLst/>
            <a:cxnLst/>
            <a:rect l="l" t="t" r="r" b="b"/>
            <a:pathLst>
              <a:path w="875348" h="1519238">
                <a:moveTo>
                  <a:pt x="0" y="0"/>
                </a:moveTo>
                <a:lnTo>
                  <a:pt x="875348" y="0"/>
                </a:lnTo>
                <a:lnTo>
                  <a:pt x="875348" y="1519238"/>
                </a:lnTo>
                <a:lnTo>
                  <a:pt x="0" y="1519238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>
              <a:fillRect b="-5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2" name="Freeform 32"/>
          <p:cNvSpPr/>
          <p:nvPr/>
        </p:nvSpPr>
        <p:spPr>
          <a:xfrm>
            <a:off x="12403455" y="7061835"/>
            <a:ext cx="885825" cy="1519238"/>
          </a:xfrm>
          <a:custGeom>
            <a:avLst/>
            <a:gdLst/>
            <a:ahLst/>
            <a:cxnLst/>
            <a:rect l="l" t="t" r="r" b="b"/>
            <a:pathLst>
              <a:path w="885825" h="1519238">
                <a:moveTo>
                  <a:pt x="0" y="0"/>
                </a:moveTo>
                <a:lnTo>
                  <a:pt x="885825" y="0"/>
                </a:lnTo>
                <a:lnTo>
                  <a:pt x="885825" y="1519238"/>
                </a:lnTo>
                <a:lnTo>
                  <a:pt x="0" y="1519238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>
              <a:fillRect t="-29" b="-2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3" name="Freeform 33"/>
          <p:cNvSpPr/>
          <p:nvPr/>
        </p:nvSpPr>
        <p:spPr>
          <a:xfrm>
            <a:off x="13496925" y="7061835"/>
            <a:ext cx="875348" cy="1519238"/>
          </a:xfrm>
          <a:custGeom>
            <a:avLst/>
            <a:gdLst/>
            <a:ahLst/>
            <a:cxnLst/>
            <a:rect l="l" t="t" r="r" b="b"/>
            <a:pathLst>
              <a:path w="875348" h="1519238">
                <a:moveTo>
                  <a:pt x="0" y="0"/>
                </a:moveTo>
                <a:lnTo>
                  <a:pt x="875348" y="0"/>
                </a:lnTo>
                <a:lnTo>
                  <a:pt x="875348" y="1519238"/>
                </a:lnTo>
                <a:lnTo>
                  <a:pt x="0" y="1519238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>
              <a:fillRect b="-5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4" name="Freeform 34"/>
          <p:cNvSpPr/>
          <p:nvPr/>
        </p:nvSpPr>
        <p:spPr>
          <a:xfrm>
            <a:off x="14798992" y="7061835"/>
            <a:ext cx="885825" cy="1519238"/>
          </a:xfrm>
          <a:custGeom>
            <a:avLst/>
            <a:gdLst/>
            <a:ahLst/>
            <a:cxnLst/>
            <a:rect l="l" t="t" r="r" b="b"/>
            <a:pathLst>
              <a:path w="885825" h="1519238">
                <a:moveTo>
                  <a:pt x="0" y="0"/>
                </a:moveTo>
                <a:lnTo>
                  <a:pt x="885825" y="0"/>
                </a:lnTo>
                <a:lnTo>
                  <a:pt x="885825" y="1519238"/>
                </a:lnTo>
                <a:lnTo>
                  <a:pt x="0" y="1519238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>
              <a:fillRect r="-15" b="-2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5" name="Freeform 35"/>
          <p:cNvSpPr/>
          <p:nvPr/>
        </p:nvSpPr>
        <p:spPr>
          <a:xfrm>
            <a:off x="16100107" y="7061835"/>
            <a:ext cx="885825" cy="1519238"/>
          </a:xfrm>
          <a:custGeom>
            <a:avLst/>
            <a:gdLst/>
            <a:ahLst/>
            <a:cxnLst/>
            <a:rect l="l" t="t" r="r" b="b"/>
            <a:pathLst>
              <a:path w="885825" h="1519238">
                <a:moveTo>
                  <a:pt x="0" y="0"/>
                </a:moveTo>
                <a:lnTo>
                  <a:pt x="885825" y="0"/>
                </a:lnTo>
                <a:lnTo>
                  <a:pt x="885825" y="1519238"/>
                </a:lnTo>
                <a:lnTo>
                  <a:pt x="0" y="1519238"/>
                </a:lnTo>
                <a:lnTo>
                  <a:pt x="0" y="0"/>
                </a:lnTo>
                <a:close/>
              </a:path>
            </a:pathLst>
          </a:custGeom>
          <a:blipFill>
            <a:blip r:embed="rId34"/>
            <a:stretch>
              <a:fillRect t="-29" b="-2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6" name="TextBox 36"/>
          <p:cNvSpPr txBox="1"/>
          <p:nvPr/>
        </p:nvSpPr>
        <p:spPr>
          <a:xfrm>
            <a:off x="9048750" y="9401175"/>
            <a:ext cx="8381351" cy="2141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93"/>
              </a:lnSpc>
            </a:pPr>
            <a:r>
              <a:rPr lang="en-US" sz="1494" b="1" spc="-59">
                <a:solidFill>
                  <a:srgbClr val="453344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Sources: World Stroke Organization, Global Stroke Fact Sheet 2025; RELEASE Collaborators, Stroke, 2021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5" grpId="0" animBg="1"/>
      <p:bldP spid="18" grpId="0" animBg="1"/>
      <p:bldP spid="23" grpId="0" animBg="1"/>
      <p:bldP spid="28" grpId="0" animBg="1"/>
      <p:bldP spid="3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3059732" y="0"/>
            <a:ext cx="5228268" cy="3651284"/>
          </a:xfrm>
          <a:custGeom>
            <a:avLst/>
            <a:gdLst/>
            <a:ahLst/>
            <a:cxnLst/>
            <a:rect l="l" t="t" r="r" b="b"/>
            <a:pathLst>
              <a:path w="5228268" h="3651284">
                <a:moveTo>
                  <a:pt x="0" y="0"/>
                </a:moveTo>
                <a:lnTo>
                  <a:pt x="5228268" y="0"/>
                </a:lnTo>
                <a:lnTo>
                  <a:pt x="5228268" y="3651284"/>
                </a:lnTo>
                <a:lnTo>
                  <a:pt x="0" y="36512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138194" y="827756"/>
            <a:ext cx="9410243" cy="17959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21"/>
              </a:lnSpc>
            </a:pPr>
            <a:r>
              <a:rPr lang="en-US" sz="6385" b="1" spc="-190">
                <a:solidFill>
                  <a:srgbClr val="483549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Recovery doesn’t stop.</a:t>
            </a:r>
          </a:p>
          <a:p>
            <a:pPr algn="l">
              <a:lnSpc>
                <a:spcPts val="7021"/>
              </a:lnSpc>
            </a:pPr>
            <a:r>
              <a:rPr lang="en-US" sz="6385" b="1" spc="-190">
                <a:solidFill>
                  <a:srgbClr val="483549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Practice shouldn’t either.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141808" y="3461310"/>
            <a:ext cx="2810636" cy="4192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31"/>
              </a:lnSpc>
            </a:pPr>
            <a:r>
              <a:rPr lang="en-US" sz="2896" b="1" spc="-86">
                <a:solidFill>
                  <a:srgbClr val="483549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Within 1 month: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139526" y="3952770"/>
            <a:ext cx="3038841" cy="5959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41"/>
              </a:lnSpc>
            </a:pPr>
            <a:r>
              <a:rPr lang="en-US" sz="4122" spc="-122">
                <a:solidFill>
                  <a:srgbClr val="ED8579"/>
                </a:solidFill>
                <a:latin typeface="Lexend Deca"/>
                <a:ea typeface="Lexend Deca"/>
                <a:cs typeface="Lexend Deca"/>
                <a:sym typeface="Lexend Deca"/>
              </a:rPr>
              <a:t>+19.1 points</a:t>
            </a:r>
          </a:p>
        </p:txBody>
      </p:sp>
      <p:sp>
        <p:nvSpPr>
          <p:cNvPr id="7" name="Freeform 7"/>
          <p:cNvSpPr/>
          <p:nvPr/>
        </p:nvSpPr>
        <p:spPr>
          <a:xfrm>
            <a:off x="2603196" y="4493047"/>
            <a:ext cx="229694" cy="874559"/>
          </a:xfrm>
          <a:custGeom>
            <a:avLst/>
            <a:gdLst/>
            <a:ahLst/>
            <a:cxnLst/>
            <a:rect l="l" t="t" r="r" b="b"/>
            <a:pathLst>
              <a:path w="229694" h="874559">
                <a:moveTo>
                  <a:pt x="0" y="0"/>
                </a:moveTo>
                <a:lnTo>
                  <a:pt x="229694" y="0"/>
                </a:lnTo>
                <a:lnTo>
                  <a:pt x="229694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2603196" y="5138034"/>
            <a:ext cx="448450" cy="437279"/>
          </a:xfrm>
          <a:custGeom>
            <a:avLst/>
            <a:gdLst/>
            <a:ahLst/>
            <a:cxnLst/>
            <a:rect l="l" t="t" r="r" b="b"/>
            <a:pathLst>
              <a:path w="448450" h="437279">
                <a:moveTo>
                  <a:pt x="0" y="0"/>
                </a:moveTo>
                <a:lnTo>
                  <a:pt x="448450" y="0"/>
                </a:lnTo>
                <a:lnTo>
                  <a:pt x="44845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2821952" y="5138034"/>
            <a:ext cx="8072096" cy="437279"/>
          </a:xfrm>
          <a:custGeom>
            <a:avLst/>
            <a:gdLst/>
            <a:ahLst/>
            <a:cxnLst/>
            <a:rect l="l" t="t" r="r" b="b"/>
            <a:pathLst>
              <a:path w="8072096" h="437279">
                <a:moveTo>
                  <a:pt x="0" y="0"/>
                </a:moveTo>
                <a:lnTo>
                  <a:pt x="8072096" y="0"/>
                </a:lnTo>
                <a:lnTo>
                  <a:pt x="8072096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0664354" y="4711687"/>
            <a:ext cx="229694" cy="655919"/>
          </a:xfrm>
          <a:custGeom>
            <a:avLst/>
            <a:gdLst/>
            <a:ahLst/>
            <a:cxnLst/>
            <a:rect l="l" t="t" r="r" b="b"/>
            <a:pathLst>
              <a:path w="229694" h="655919">
                <a:moveTo>
                  <a:pt x="0" y="0"/>
                </a:moveTo>
                <a:lnTo>
                  <a:pt x="229694" y="0"/>
                </a:lnTo>
                <a:lnTo>
                  <a:pt x="229694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10664354" y="5138034"/>
            <a:ext cx="448450" cy="437279"/>
          </a:xfrm>
          <a:custGeom>
            <a:avLst/>
            <a:gdLst/>
            <a:ahLst/>
            <a:cxnLst/>
            <a:rect l="l" t="t" r="r" b="b"/>
            <a:pathLst>
              <a:path w="448450" h="437279">
                <a:moveTo>
                  <a:pt x="0" y="0"/>
                </a:moveTo>
                <a:lnTo>
                  <a:pt x="448450" y="0"/>
                </a:lnTo>
                <a:lnTo>
                  <a:pt x="44845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9376115" y="3461310"/>
            <a:ext cx="2684600" cy="4192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31"/>
              </a:lnSpc>
            </a:pPr>
            <a:r>
              <a:rPr lang="en-US" sz="2896" b="1" spc="-86">
                <a:solidFill>
                  <a:srgbClr val="483549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After 6 months: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378042" y="3877466"/>
            <a:ext cx="4095750" cy="606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41"/>
              </a:lnSpc>
            </a:pPr>
            <a:r>
              <a:rPr lang="en-US" sz="4122" spc="-122">
                <a:solidFill>
                  <a:srgbClr val="ED8579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+8.2 points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369198" y="4425211"/>
            <a:ext cx="3376295" cy="3633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6"/>
              </a:lnSpc>
            </a:pPr>
            <a:r>
              <a:rPr lang="en-US" sz="2526" spc="-75">
                <a:solidFill>
                  <a:srgbClr val="483549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(still a meaningful gain)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43823" y="7334332"/>
            <a:ext cx="11526264" cy="17959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21"/>
              </a:lnSpc>
            </a:pPr>
            <a:r>
              <a:rPr lang="en-US" sz="6385" b="1" spc="-190">
                <a:solidFill>
                  <a:srgbClr val="483549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Therapy happens in a clinic.</a:t>
            </a:r>
          </a:p>
          <a:p>
            <a:pPr algn="l">
              <a:lnSpc>
                <a:spcPts val="7021"/>
              </a:lnSpc>
            </a:pPr>
            <a:r>
              <a:rPr lang="en-US" sz="6385" b="1" spc="-190">
                <a:solidFill>
                  <a:srgbClr val="483549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Life happens at the café counter.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447066" y="9651329"/>
            <a:ext cx="3951763" cy="214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779"/>
              </a:lnSpc>
            </a:pPr>
            <a:r>
              <a:rPr lang="en-US" sz="1546" spc="-46">
                <a:solidFill>
                  <a:srgbClr val="483549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Source: RELEASE Collaborators, Stroke, 2021</a:t>
            </a:r>
          </a:p>
        </p:txBody>
      </p:sp>
      <p:sp>
        <p:nvSpPr>
          <p:cNvPr id="17" name="Freeform 17"/>
          <p:cNvSpPr/>
          <p:nvPr/>
        </p:nvSpPr>
        <p:spPr>
          <a:xfrm>
            <a:off x="12622220" y="2350377"/>
            <a:ext cx="5665780" cy="6657580"/>
          </a:xfrm>
          <a:custGeom>
            <a:avLst/>
            <a:gdLst/>
            <a:ahLst/>
            <a:cxnLst/>
            <a:rect l="l" t="t" r="r" b="b"/>
            <a:pathLst>
              <a:path w="5665780" h="6657580">
                <a:moveTo>
                  <a:pt x="0" y="0"/>
                </a:moveTo>
                <a:lnTo>
                  <a:pt x="5665780" y="0"/>
                </a:lnTo>
                <a:lnTo>
                  <a:pt x="5665780" y="6657580"/>
                </a:lnTo>
                <a:lnTo>
                  <a:pt x="0" y="665758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3497244" y="8352038"/>
            <a:ext cx="4790756" cy="1934962"/>
          </a:xfrm>
          <a:custGeom>
            <a:avLst/>
            <a:gdLst/>
            <a:ahLst/>
            <a:cxnLst/>
            <a:rect l="l" t="t" r="r" b="b"/>
            <a:pathLst>
              <a:path w="4790756" h="1934962">
                <a:moveTo>
                  <a:pt x="0" y="0"/>
                </a:moveTo>
                <a:lnTo>
                  <a:pt x="4790756" y="0"/>
                </a:lnTo>
                <a:lnTo>
                  <a:pt x="4790756" y="1934962"/>
                </a:lnTo>
                <a:lnTo>
                  <a:pt x="0" y="19349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426574" y="1705390"/>
            <a:ext cx="4364182" cy="5586245"/>
          </a:xfrm>
          <a:custGeom>
            <a:avLst/>
            <a:gdLst/>
            <a:ahLst/>
            <a:cxnLst/>
            <a:rect l="l" t="t" r="r" b="b"/>
            <a:pathLst>
              <a:path w="4364182" h="5586245">
                <a:moveTo>
                  <a:pt x="0" y="0"/>
                </a:moveTo>
                <a:lnTo>
                  <a:pt x="4364182" y="0"/>
                </a:lnTo>
                <a:lnTo>
                  <a:pt x="4364182" y="5586245"/>
                </a:lnTo>
                <a:lnTo>
                  <a:pt x="0" y="558624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082842" y="2350377"/>
            <a:ext cx="2406316" cy="2798589"/>
          </a:xfrm>
          <a:custGeom>
            <a:avLst/>
            <a:gdLst/>
            <a:ahLst/>
            <a:cxnLst/>
            <a:rect l="l" t="t" r="r" b="b"/>
            <a:pathLst>
              <a:path w="2406316" h="2798589">
                <a:moveTo>
                  <a:pt x="0" y="0"/>
                </a:moveTo>
                <a:lnTo>
                  <a:pt x="2406316" y="0"/>
                </a:lnTo>
                <a:lnTo>
                  <a:pt x="2406316" y="2798589"/>
                </a:lnTo>
                <a:lnTo>
                  <a:pt x="0" y="279858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739110" y="2776725"/>
            <a:ext cx="1093780" cy="1300906"/>
          </a:xfrm>
          <a:custGeom>
            <a:avLst/>
            <a:gdLst/>
            <a:ahLst/>
            <a:cxnLst/>
            <a:rect l="l" t="t" r="r" b="b"/>
            <a:pathLst>
              <a:path w="1093780" h="1300906">
                <a:moveTo>
                  <a:pt x="0" y="0"/>
                </a:moveTo>
                <a:lnTo>
                  <a:pt x="1093780" y="0"/>
                </a:lnTo>
                <a:lnTo>
                  <a:pt x="1093780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3259464" y="2995365"/>
            <a:ext cx="1104718" cy="1082267"/>
          </a:xfrm>
          <a:custGeom>
            <a:avLst/>
            <a:gdLst/>
            <a:ahLst/>
            <a:cxnLst/>
            <a:rect l="l" t="t" r="r" b="b"/>
            <a:pathLst>
              <a:path w="1104718" h="1082267">
                <a:moveTo>
                  <a:pt x="0" y="0"/>
                </a:moveTo>
                <a:lnTo>
                  <a:pt x="1104718" y="0"/>
                </a:lnTo>
                <a:lnTo>
                  <a:pt x="1104718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 rot="-490429">
            <a:off x="1796094" y="4265623"/>
            <a:ext cx="1440193" cy="428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8"/>
              </a:lnSpc>
            </a:pPr>
            <a:r>
              <a:rPr lang="en-US" sz="3248" b="1" spc="-161">
                <a:solidFill>
                  <a:srgbClr val="473447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apple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41574" y="5305630"/>
            <a:ext cx="1751154" cy="525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31"/>
              </a:lnSpc>
            </a:pPr>
            <a:r>
              <a:rPr lang="en-US" sz="4031" b="1" spc="-120">
                <a:solidFill>
                  <a:srgbClr val="473447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1. Learn</a:t>
            </a:r>
          </a:p>
        </p:txBody>
      </p:sp>
      <p:sp>
        <p:nvSpPr>
          <p:cNvPr id="11" name="Freeform 11"/>
          <p:cNvSpPr/>
          <p:nvPr/>
        </p:nvSpPr>
        <p:spPr>
          <a:xfrm>
            <a:off x="4779818" y="1705390"/>
            <a:ext cx="4364182" cy="5586245"/>
          </a:xfrm>
          <a:custGeom>
            <a:avLst/>
            <a:gdLst/>
            <a:ahLst/>
            <a:cxnLst/>
            <a:rect l="l" t="t" r="r" b="b"/>
            <a:pathLst>
              <a:path w="4364182" h="5586245">
                <a:moveTo>
                  <a:pt x="0" y="0"/>
                </a:moveTo>
                <a:lnTo>
                  <a:pt x="4364182" y="0"/>
                </a:lnTo>
                <a:lnTo>
                  <a:pt x="4364182" y="5586245"/>
                </a:lnTo>
                <a:lnTo>
                  <a:pt x="0" y="558624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5217330" y="1924030"/>
            <a:ext cx="3718852" cy="3224936"/>
          </a:xfrm>
          <a:custGeom>
            <a:avLst/>
            <a:gdLst/>
            <a:ahLst/>
            <a:cxnLst/>
            <a:rect l="l" t="t" r="r" b="b"/>
            <a:pathLst>
              <a:path w="3718852" h="3224936">
                <a:moveTo>
                  <a:pt x="0" y="0"/>
                </a:moveTo>
                <a:lnTo>
                  <a:pt x="3718852" y="0"/>
                </a:lnTo>
                <a:lnTo>
                  <a:pt x="3718852" y="3224936"/>
                </a:lnTo>
                <a:lnTo>
                  <a:pt x="0" y="322493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4572000" y="3640352"/>
            <a:ext cx="656268" cy="655919"/>
          </a:xfrm>
          <a:custGeom>
            <a:avLst/>
            <a:gdLst/>
            <a:ahLst/>
            <a:cxnLst/>
            <a:rect l="l" t="t" r="r" b="b"/>
            <a:pathLst>
              <a:path w="656268" h="655919">
                <a:moveTo>
                  <a:pt x="0" y="0"/>
                </a:moveTo>
                <a:lnTo>
                  <a:pt x="656268" y="0"/>
                </a:lnTo>
                <a:lnTo>
                  <a:pt x="656268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5545830" y="5305630"/>
            <a:ext cx="2629528" cy="525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31"/>
              </a:lnSpc>
            </a:pPr>
            <a:r>
              <a:rPr lang="en-US" sz="4031" b="1" spc="-120">
                <a:solidFill>
                  <a:srgbClr val="473447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2. Discover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572125" y="5906333"/>
            <a:ext cx="2812852" cy="642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8"/>
              </a:lnSpc>
            </a:pPr>
            <a:r>
              <a:rPr lang="en-US" sz="2189" b="1" spc="-65">
                <a:solidFill>
                  <a:srgbClr val="473447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camera finds objects at home</a:t>
            </a:r>
          </a:p>
        </p:txBody>
      </p:sp>
      <p:sp>
        <p:nvSpPr>
          <p:cNvPr id="16" name="Freeform 16"/>
          <p:cNvSpPr/>
          <p:nvPr/>
        </p:nvSpPr>
        <p:spPr>
          <a:xfrm>
            <a:off x="8925244" y="1705390"/>
            <a:ext cx="4582938" cy="5586245"/>
          </a:xfrm>
          <a:custGeom>
            <a:avLst/>
            <a:gdLst/>
            <a:ahLst/>
            <a:cxnLst/>
            <a:rect l="l" t="t" r="r" b="b"/>
            <a:pathLst>
              <a:path w="4582938" h="5586245">
                <a:moveTo>
                  <a:pt x="0" y="0"/>
                </a:moveTo>
                <a:lnTo>
                  <a:pt x="4582938" y="0"/>
                </a:lnTo>
                <a:lnTo>
                  <a:pt x="4582938" y="5586245"/>
                </a:lnTo>
                <a:lnTo>
                  <a:pt x="0" y="558624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Freeform 17"/>
          <p:cNvSpPr/>
          <p:nvPr/>
        </p:nvSpPr>
        <p:spPr>
          <a:xfrm>
            <a:off x="9570574" y="2350377"/>
            <a:ext cx="3500096" cy="2798589"/>
          </a:xfrm>
          <a:custGeom>
            <a:avLst/>
            <a:gdLst/>
            <a:ahLst/>
            <a:cxnLst/>
            <a:rect l="l" t="t" r="r" b="b"/>
            <a:pathLst>
              <a:path w="3500096" h="2798589">
                <a:moveTo>
                  <a:pt x="0" y="0"/>
                </a:moveTo>
                <a:lnTo>
                  <a:pt x="3500096" y="0"/>
                </a:lnTo>
                <a:lnTo>
                  <a:pt x="3500096" y="2798589"/>
                </a:lnTo>
                <a:lnTo>
                  <a:pt x="0" y="279858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Freeform 18"/>
          <p:cNvSpPr/>
          <p:nvPr/>
        </p:nvSpPr>
        <p:spPr>
          <a:xfrm>
            <a:off x="8706488" y="3640352"/>
            <a:ext cx="875024" cy="655919"/>
          </a:xfrm>
          <a:custGeom>
            <a:avLst/>
            <a:gdLst/>
            <a:ahLst/>
            <a:cxnLst/>
            <a:rect l="l" t="t" r="r" b="b"/>
            <a:pathLst>
              <a:path w="875024" h="655919">
                <a:moveTo>
                  <a:pt x="0" y="0"/>
                </a:moveTo>
                <a:lnTo>
                  <a:pt x="875024" y="0"/>
                </a:lnTo>
                <a:lnTo>
                  <a:pt x="875024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TextBox 19"/>
          <p:cNvSpPr txBox="1"/>
          <p:nvPr/>
        </p:nvSpPr>
        <p:spPr>
          <a:xfrm>
            <a:off x="9806162" y="5305630"/>
            <a:ext cx="2542357" cy="525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31"/>
              </a:lnSpc>
            </a:pPr>
            <a:r>
              <a:rPr lang="en-US" sz="4031" b="1" spc="-120">
                <a:solidFill>
                  <a:srgbClr val="473447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3. Practice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831586" y="5911631"/>
            <a:ext cx="3295055" cy="3212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8"/>
              </a:lnSpc>
            </a:pPr>
            <a:r>
              <a:rPr lang="en-US" sz="2189" b="1" spc="-65">
                <a:solidFill>
                  <a:srgbClr val="473447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order from an AI barista</a:t>
            </a:r>
          </a:p>
        </p:txBody>
      </p:sp>
      <p:sp>
        <p:nvSpPr>
          <p:cNvPr id="21" name="Freeform 21"/>
          <p:cNvSpPr/>
          <p:nvPr/>
        </p:nvSpPr>
        <p:spPr>
          <a:xfrm>
            <a:off x="13278488" y="1705390"/>
            <a:ext cx="4582938" cy="5586245"/>
          </a:xfrm>
          <a:custGeom>
            <a:avLst/>
            <a:gdLst/>
            <a:ahLst/>
            <a:cxnLst/>
            <a:rect l="l" t="t" r="r" b="b"/>
            <a:pathLst>
              <a:path w="4582938" h="5586245">
                <a:moveTo>
                  <a:pt x="0" y="0"/>
                </a:moveTo>
                <a:lnTo>
                  <a:pt x="4582938" y="0"/>
                </a:lnTo>
                <a:lnTo>
                  <a:pt x="4582938" y="5586245"/>
                </a:lnTo>
                <a:lnTo>
                  <a:pt x="0" y="558624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Freeform 22"/>
          <p:cNvSpPr/>
          <p:nvPr/>
        </p:nvSpPr>
        <p:spPr>
          <a:xfrm>
            <a:off x="13716000" y="1924030"/>
            <a:ext cx="3707914" cy="3224936"/>
          </a:xfrm>
          <a:custGeom>
            <a:avLst/>
            <a:gdLst/>
            <a:ahLst/>
            <a:cxnLst/>
            <a:rect l="l" t="t" r="r" b="b"/>
            <a:pathLst>
              <a:path w="3707914" h="3224936">
                <a:moveTo>
                  <a:pt x="0" y="0"/>
                </a:moveTo>
                <a:lnTo>
                  <a:pt x="3707914" y="0"/>
                </a:lnTo>
                <a:lnTo>
                  <a:pt x="3707914" y="3224936"/>
                </a:lnTo>
                <a:lnTo>
                  <a:pt x="0" y="3224936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3" name="Freeform 23"/>
          <p:cNvSpPr/>
          <p:nvPr/>
        </p:nvSpPr>
        <p:spPr>
          <a:xfrm>
            <a:off x="13059732" y="3640352"/>
            <a:ext cx="656268" cy="655919"/>
          </a:xfrm>
          <a:custGeom>
            <a:avLst/>
            <a:gdLst/>
            <a:ahLst/>
            <a:cxnLst/>
            <a:rect l="l" t="t" r="r" b="b"/>
            <a:pathLst>
              <a:path w="656268" h="655919">
                <a:moveTo>
                  <a:pt x="0" y="0"/>
                </a:moveTo>
                <a:lnTo>
                  <a:pt x="656268" y="0"/>
                </a:lnTo>
                <a:lnTo>
                  <a:pt x="656268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TextBox 24"/>
          <p:cNvSpPr txBox="1"/>
          <p:nvPr/>
        </p:nvSpPr>
        <p:spPr>
          <a:xfrm>
            <a:off x="14067065" y="5316312"/>
            <a:ext cx="3429000" cy="525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31"/>
              </a:lnSpc>
            </a:pPr>
            <a:r>
              <a:rPr lang="en-US" sz="4031" b="1" spc="-120">
                <a:solidFill>
                  <a:srgbClr val="473447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4. Real life</a:t>
            </a:r>
          </a:p>
        </p:txBody>
      </p:sp>
      <p:sp>
        <p:nvSpPr>
          <p:cNvPr id="25" name="Freeform 25"/>
          <p:cNvSpPr/>
          <p:nvPr/>
        </p:nvSpPr>
        <p:spPr>
          <a:xfrm>
            <a:off x="426574" y="7062064"/>
            <a:ext cx="17434852" cy="2153601"/>
          </a:xfrm>
          <a:custGeom>
            <a:avLst/>
            <a:gdLst/>
            <a:ahLst/>
            <a:cxnLst/>
            <a:rect l="l" t="t" r="r" b="b"/>
            <a:pathLst>
              <a:path w="17434852" h="2153601">
                <a:moveTo>
                  <a:pt x="0" y="0"/>
                </a:moveTo>
                <a:lnTo>
                  <a:pt x="17434852" y="0"/>
                </a:lnTo>
                <a:lnTo>
                  <a:pt x="17434852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6" name="Freeform 26"/>
          <p:cNvSpPr/>
          <p:nvPr/>
        </p:nvSpPr>
        <p:spPr>
          <a:xfrm>
            <a:off x="2176622" y="7280704"/>
            <a:ext cx="2614134" cy="1727254"/>
          </a:xfrm>
          <a:custGeom>
            <a:avLst/>
            <a:gdLst/>
            <a:ahLst/>
            <a:cxnLst/>
            <a:rect l="l" t="t" r="r" b="b"/>
            <a:pathLst>
              <a:path w="2614134" h="1727254">
                <a:moveTo>
                  <a:pt x="0" y="0"/>
                </a:moveTo>
                <a:lnTo>
                  <a:pt x="2614134" y="0"/>
                </a:lnTo>
                <a:lnTo>
                  <a:pt x="2614134" y="1727253"/>
                </a:lnTo>
                <a:lnTo>
                  <a:pt x="0" y="1727253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7" name="TextBox 27"/>
          <p:cNvSpPr txBox="1"/>
          <p:nvPr/>
        </p:nvSpPr>
        <p:spPr>
          <a:xfrm>
            <a:off x="5165807" y="7877184"/>
            <a:ext cx="8484888" cy="437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4"/>
              </a:lnSpc>
            </a:pPr>
            <a:r>
              <a:rPr lang="en-US" sz="3304" b="1" spc="-164">
                <a:solidFill>
                  <a:srgbClr val="473447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Caregiver support and help, always available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4091047" y="5911631"/>
            <a:ext cx="3295055" cy="3212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8"/>
              </a:lnSpc>
            </a:pPr>
            <a:r>
              <a:rPr lang="en-US" sz="2189" b="1" spc="-65">
                <a:solidFill>
                  <a:srgbClr val="473447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phrase help at a real café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259086" y="5911631"/>
            <a:ext cx="3295055" cy="3212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8"/>
              </a:lnSpc>
            </a:pPr>
            <a:r>
              <a:rPr lang="en-US" sz="2189" b="1" spc="-65">
                <a:solidFill>
                  <a:srgbClr val="473447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picture, word, slow audio</a:t>
            </a:r>
          </a:p>
        </p:txBody>
      </p:sp>
      <p:sp>
        <p:nvSpPr>
          <p:cNvPr id="30" name="TextBox 5">
            <a:extLst>
              <a:ext uri="{FF2B5EF4-FFF2-40B4-BE49-F238E27FC236}">
                <a16:creationId xmlns:a16="http://schemas.microsoft.com/office/drawing/2014/main" id="{77107842-AD37-C82F-829C-5CBA909B8571}"/>
              </a:ext>
            </a:extLst>
          </p:cNvPr>
          <p:cNvSpPr txBox="1"/>
          <p:nvPr/>
        </p:nvSpPr>
        <p:spPr>
          <a:xfrm>
            <a:off x="672516" y="542653"/>
            <a:ext cx="14643684" cy="11016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900"/>
              </a:lnSpc>
            </a:pPr>
            <a:r>
              <a:rPr lang="en-US" sz="6390" b="1" spc="-356">
                <a:solidFill>
                  <a:srgbClr val="423544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From seeing a word to saying it in real life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49" t="-1049" r="-1049" b="-104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4482" y="1257300"/>
            <a:ext cx="18288000" cy="1526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460"/>
              </a:lnSpc>
            </a:pPr>
            <a:r>
              <a:rPr lang="en-US" sz="8900" b="1">
                <a:solidFill>
                  <a:srgbClr val="3C2D4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Demo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F5C941-6BB3-40F0-933E-6D4BD8B0EF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0400" y="3314700"/>
            <a:ext cx="4686300" cy="45847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0" y="0"/>
            <a:ext cx="5884536" cy="3651284"/>
          </a:xfrm>
          <a:custGeom>
            <a:avLst/>
            <a:gdLst/>
            <a:ahLst/>
            <a:cxnLst/>
            <a:rect l="l" t="t" r="r" b="b"/>
            <a:pathLst>
              <a:path w="5884536" h="3651284">
                <a:moveTo>
                  <a:pt x="0" y="0"/>
                </a:moveTo>
                <a:lnTo>
                  <a:pt x="5884536" y="0"/>
                </a:lnTo>
                <a:lnTo>
                  <a:pt x="5884536" y="3651284"/>
                </a:lnTo>
                <a:lnTo>
                  <a:pt x="0" y="36512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4580086" y="0"/>
            <a:ext cx="3707914" cy="4722618"/>
          </a:xfrm>
          <a:custGeom>
            <a:avLst/>
            <a:gdLst/>
            <a:ahLst/>
            <a:cxnLst/>
            <a:rect l="l" t="t" r="r" b="b"/>
            <a:pathLst>
              <a:path w="3707914" h="4722618">
                <a:moveTo>
                  <a:pt x="0" y="0"/>
                </a:moveTo>
                <a:lnTo>
                  <a:pt x="3707914" y="0"/>
                </a:lnTo>
                <a:lnTo>
                  <a:pt x="3707914" y="4722618"/>
                </a:lnTo>
                <a:lnTo>
                  <a:pt x="0" y="472261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061959" y="2063146"/>
            <a:ext cx="11676003" cy="11880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00"/>
              </a:lnSpc>
            </a:pPr>
            <a:r>
              <a:rPr lang="en-US" sz="8900" spc="-356">
                <a:solidFill>
                  <a:srgbClr val="423544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Designed for aphasia</a:t>
            </a:r>
          </a:p>
        </p:txBody>
      </p:sp>
      <p:sp>
        <p:nvSpPr>
          <p:cNvPr id="6" name="Freeform 6"/>
          <p:cNvSpPr/>
          <p:nvPr/>
        </p:nvSpPr>
        <p:spPr>
          <a:xfrm>
            <a:off x="1082842" y="3848060"/>
            <a:ext cx="448450" cy="655919"/>
          </a:xfrm>
          <a:custGeom>
            <a:avLst/>
            <a:gdLst/>
            <a:ahLst/>
            <a:cxnLst/>
            <a:rect l="l" t="t" r="r" b="b"/>
            <a:pathLst>
              <a:path w="448450" h="655919">
                <a:moveTo>
                  <a:pt x="0" y="0"/>
                </a:moveTo>
                <a:lnTo>
                  <a:pt x="448450" y="0"/>
                </a:lnTo>
                <a:lnTo>
                  <a:pt x="448450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1931963" y="3884379"/>
            <a:ext cx="5042808" cy="11729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7"/>
              </a:lnSpc>
            </a:pPr>
            <a:r>
              <a:rPr lang="en-US" sz="3805" spc="-37">
                <a:solidFill>
                  <a:srgbClr val="423544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No timers. Practice at</a:t>
            </a:r>
          </a:p>
          <a:p>
            <a:pPr algn="l">
              <a:lnSpc>
                <a:spcPts val="4757"/>
              </a:lnSpc>
            </a:pPr>
            <a:r>
              <a:rPr lang="en-US" sz="3805" spc="-37">
                <a:solidFill>
                  <a:srgbClr val="423544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your own pace.</a:t>
            </a:r>
          </a:p>
        </p:txBody>
      </p:sp>
      <p:sp>
        <p:nvSpPr>
          <p:cNvPr id="8" name="Freeform 8"/>
          <p:cNvSpPr/>
          <p:nvPr/>
        </p:nvSpPr>
        <p:spPr>
          <a:xfrm>
            <a:off x="1082842" y="6428009"/>
            <a:ext cx="448450" cy="437279"/>
          </a:xfrm>
          <a:custGeom>
            <a:avLst/>
            <a:gdLst/>
            <a:ahLst/>
            <a:cxnLst/>
            <a:rect l="l" t="t" r="r" b="b"/>
            <a:pathLst>
              <a:path w="448450" h="437279">
                <a:moveTo>
                  <a:pt x="0" y="0"/>
                </a:moveTo>
                <a:lnTo>
                  <a:pt x="448450" y="0"/>
                </a:lnTo>
                <a:lnTo>
                  <a:pt x="44845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1938126" y="6309175"/>
            <a:ext cx="4426436" cy="11729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7"/>
              </a:lnSpc>
            </a:pPr>
            <a:r>
              <a:rPr lang="en-US" sz="3805" spc="-37">
                <a:solidFill>
                  <a:srgbClr val="423544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Pictures and audio</a:t>
            </a:r>
          </a:p>
          <a:p>
            <a:pPr algn="l">
              <a:lnSpc>
                <a:spcPts val="4757"/>
              </a:lnSpc>
            </a:pPr>
            <a:r>
              <a:rPr lang="en-US" sz="3805" spc="-37">
                <a:solidFill>
                  <a:srgbClr val="423544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with every word.</a:t>
            </a:r>
          </a:p>
        </p:txBody>
      </p:sp>
      <p:sp>
        <p:nvSpPr>
          <p:cNvPr id="10" name="Freeform 10"/>
          <p:cNvSpPr/>
          <p:nvPr/>
        </p:nvSpPr>
        <p:spPr>
          <a:xfrm>
            <a:off x="8925244" y="3848060"/>
            <a:ext cx="656268" cy="655919"/>
          </a:xfrm>
          <a:custGeom>
            <a:avLst/>
            <a:gdLst/>
            <a:ahLst/>
            <a:cxnLst/>
            <a:rect l="l" t="t" r="r" b="b"/>
            <a:pathLst>
              <a:path w="656268" h="655919">
                <a:moveTo>
                  <a:pt x="0" y="0"/>
                </a:moveTo>
                <a:lnTo>
                  <a:pt x="656268" y="0"/>
                </a:lnTo>
                <a:lnTo>
                  <a:pt x="656268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9865615" y="3884379"/>
            <a:ext cx="4633786" cy="1762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7"/>
              </a:lnSpc>
            </a:pPr>
            <a:r>
              <a:rPr lang="en-US" sz="3805" spc="-37">
                <a:solidFill>
                  <a:srgbClr val="423544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No scores. Speech</a:t>
            </a:r>
          </a:p>
          <a:p>
            <a:pPr algn="l">
              <a:lnSpc>
                <a:spcPts val="4757"/>
              </a:lnSpc>
            </a:pPr>
            <a:r>
              <a:rPr lang="en-US" sz="3805" spc="-37">
                <a:solidFill>
                  <a:srgbClr val="423544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recognition is never</a:t>
            </a:r>
          </a:p>
          <a:p>
            <a:pPr algn="l">
              <a:lnSpc>
                <a:spcPts val="4757"/>
              </a:lnSpc>
            </a:pPr>
            <a:r>
              <a:rPr lang="en-US" sz="3805" spc="-37">
                <a:solidFill>
                  <a:srgbClr val="423544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the judge.</a:t>
            </a:r>
          </a:p>
        </p:txBody>
      </p:sp>
      <p:sp>
        <p:nvSpPr>
          <p:cNvPr id="12" name="Freeform 12"/>
          <p:cNvSpPr/>
          <p:nvPr/>
        </p:nvSpPr>
        <p:spPr>
          <a:xfrm>
            <a:off x="8925244" y="6428009"/>
            <a:ext cx="656268" cy="437279"/>
          </a:xfrm>
          <a:custGeom>
            <a:avLst/>
            <a:gdLst/>
            <a:ahLst/>
            <a:cxnLst/>
            <a:rect l="l" t="t" r="r" b="b"/>
            <a:pathLst>
              <a:path w="656268" h="437279">
                <a:moveTo>
                  <a:pt x="0" y="0"/>
                </a:moveTo>
                <a:lnTo>
                  <a:pt x="656268" y="0"/>
                </a:lnTo>
                <a:lnTo>
                  <a:pt x="656268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9859246" y="6309175"/>
            <a:ext cx="5270741" cy="1762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7"/>
              </a:lnSpc>
            </a:pPr>
            <a:r>
              <a:rPr lang="en-US" sz="3805" spc="-37">
                <a:solidFill>
                  <a:srgbClr val="423544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Private by default.</a:t>
            </a:r>
          </a:p>
          <a:p>
            <a:pPr algn="l">
              <a:lnSpc>
                <a:spcPts val="4757"/>
              </a:lnSpc>
            </a:pPr>
            <a:r>
              <a:rPr lang="en-US" sz="3805" spc="-37">
                <a:solidFill>
                  <a:srgbClr val="423544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Practice data stays on</a:t>
            </a:r>
          </a:p>
          <a:p>
            <a:pPr algn="l">
              <a:lnSpc>
                <a:spcPts val="4757"/>
              </a:lnSpc>
            </a:pPr>
            <a:r>
              <a:rPr lang="en-US" sz="3805" spc="-37">
                <a:solidFill>
                  <a:srgbClr val="423544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your device.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26068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2052638" y="1179596"/>
            <a:ext cx="14468475" cy="15265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459"/>
              </a:lnSpc>
            </a:pPr>
            <a:r>
              <a:rPr lang="en-US" sz="8899" b="1">
                <a:solidFill>
                  <a:srgbClr val="3C2D4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From prototype to product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428875" y="5191125"/>
            <a:ext cx="4286250" cy="731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 b="1">
                <a:solidFill>
                  <a:srgbClr val="3C2D40"/>
                </a:solidFill>
                <a:latin typeface="Evolve Sans Bold"/>
                <a:ea typeface="Evolve Sans Bold"/>
                <a:cs typeface="Evolve Sans Bold"/>
                <a:sym typeface="Evolve Sans Bold"/>
              </a:rPr>
              <a:t>Validate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000875" y="5191125"/>
            <a:ext cx="4286250" cy="731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 b="1">
                <a:solidFill>
                  <a:srgbClr val="3C2D40"/>
                </a:solidFill>
                <a:latin typeface="Evolve Sans Bold"/>
                <a:ea typeface="Evolve Sans Bold"/>
                <a:cs typeface="Evolve Sans Bold"/>
                <a:sym typeface="Evolve Sans Bold"/>
              </a:rPr>
              <a:t>Build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572875" y="5191125"/>
            <a:ext cx="4286250" cy="731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 b="1">
                <a:solidFill>
                  <a:srgbClr val="3C2D40"/>
                </a:solidFill>
                <a:latin typeface="Evolve Sans Bold"/>
                <a:ea typeface="Evolve Sans Bold"/>
                <a:cs typeface="Evolve Sans Bold"/>
                <a:sym typeface="Evolve Sans Bold"/>
              </a:rPr>
              <a:t>Launch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2533650" y="4495800"/>
            <a:ext cx="76200" cy="152400"/>
            <a:chOff x="0" y="0"/>
            <a:chExt cx="101600" cy="2032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01600" cy="203200"/>
            </a:xfrm>
            <a:custGeom>
              <a:avLst/>
              <a:gdLst/>
              <a:ahLst/>
              <a:cxnLst/>
              <a:rect l="l" t="t" r="r" b="b"/>
              <a:pathLst>
                <a:path w="101600" h="203200">
                  <a:moveTo>
                    <a:pt x="50800" y="0"/>
                  </a:moveTo>
                  <a:lnTo>
                    <a:pt x="50800" y="0"/>
                  </a:lnTo>
                  <a:cubicBezTo>
                    <a:pt x="78856" y="0"/>
                    <a:pt x="101600" y="22744"/>
                    <a:pt x="101600" y="50800"/>
                  </a:cubicBezTo>
                  <a:lnTo>
                    <a:pt x="101600" y="152400"/>
                  </a:lnTo>
                  <a:cubicBezTo>
                    <a:pt x="101600" y="180456"/>
                    <a:pt x="78856" y="203200"/>
                    <a:pt x="50800" y="203200"/>
                  </a:cubicBezTo>
                  <a:lnTo>
                    <a:pt x="50800" y="203200"/>
                  </a:lnTo>
                  <a:cubicBezTo>
                    <a:pt x="22744" y="203200"/>
                    <a:pt x="0" y="180456"/>
                    <a:pt x="0" y="152400"/>
                  </a:cubicBezTo>
                  <a:lnTo>
                    <a:pt x="0" y="50800"/>
                  </a:ln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BFA5D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01600" cy="241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2760245" y="4438650"/>
            <a:ext cx="76200" cy="266700"/>
            <a:chOff x="0" y="0"/>
            <a:chExt cx="101600" cy="3556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1600" cy="355600"/>
            </a:xfrm>
            <a:custGeom>
              <a:avLst/>
              <a:gdLst/>
              <a:ahLst/>
              <a:cxnLst/>
              <a:rect l="l" t="t" r="r" b="b"/>
              <a:pathLst>
                <a:path w="101600" h="355600">
                  <a:moveTo>
                    <a:pt x="50800" y="0"/>
                  </a:moveTo>
                  <a:lnTo>
                    <a:pt x="50800" y="0"/>
                  </a:lnTo>
                  <a:cubicBezTo>
                    <a:pt x="78856" y="0"/>
                    <a:pt x="101600" y="22744"/>
                    <a:pt x="101600" y="50800"/>
                  </a:cubicBezTo>
                  <a:lnTo>
                    <a:pt x="101600" y="304800"/>
                  </a:lnTo>
                  <a:cubicBezTo>
                    <a:pt x="101600" y="332856"/>
                    <a:pt x="78856" y="355600"/>
                    <a:pt x="50800" y="355600"/>
                  </a:cubicBezTo>
                  <a:lnTo>
                    <a:pt x="50800" y="355600"/>
                  </a:lnTo>
                  <a:cubicBezTo>
                    <a:pt x="22744" y="355600"/>
                    <a:pt x="0" y="332856"/>
                    <a:pt x="0" y="304800"/>
                  </a:cubicBezTo>
                  <a:lnTo>
                    <a:pt x="0" y="50800"/>
                  </a:ln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BFA5D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01600" cy="393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2986839" y="4514850"/>
            <a:ext cx="76200" cy="114300"/>
            <a:chOff x="0" y="0"/>
            <a:chExt cx="101600" cy="1524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01600" cy="152400"/>
            </a:xfrm>
            <a:custGeom>
              <a:avLst/>
              <a:gdLst/>
              <a:ahLst/>
              <a:cxnLst/>
              <a:rect l="l" t="t" r="r" b="b"/>
              <a:pathLst>
                <a:path w="101600" h="152400">
                  <a:moveTo>
                    <a:pt x="50800" y="0"/>
                  </a:moveTo>
                  <a:lnTo>
                    <a:pt x="50800" y="0"/>
                  </a:lnTo>
                  <a:cubicBezTo>
                    <a:pt x="78856" y="0"/>
                    <a:pt x="101600" y="22744"/>
                    <a:pt x="101600" y="50800"/>
                  </a:cubicBezTo>
                  <a:lnTo>
                    <a:pt x="101600" y="101600"/>
                  </a:lnTo>
                  <a:cubicBezTo>
                    <a:pt x="101600" y="129656"/>
                    <a:pt x="78856" y="152400"/>
                    <a:pt x="50800" y="152400"/>
                  </a:cubicBezTo>
                  <a:lnTo>
                    <a:pt x="50800" y="152400"/>
                  </a:lnTo>
                  <a:cubicBezTo>
                    <a:pt x="22744" y="152400"/>
                    <a:pt x="0" y="129656"/>
                    <a:pt x="0" y="101600"/>
                  </a:cubicBezTo>
                  <a:lnTo>
                    <a:pt x="0" y="50800"/>
                  </a:ln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BFA5D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101600" cy="190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3213434" y="4467225"/>
            <a:ext cx="76200" cy="209550"/>
            <a:chOff x="0" y="0"/>
            <a:chExt cx="101600" cy="2794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01600" cy="279400"/>
            </a:xfrm>
            <a:custGeom>
              <a:avLst/>
              <a:gdLst/>
              <a:ahLst/>
              <a:cxnLst/>
              <a:rect l="l" t="t" r="r" b="b"/>
              <a:pathLst>
                <a:path w="101600" h="279400">
                  <a:moveTo>
                    <a:pt x="50800" y="0"/>
                  </a:moveTo>
                  <a:lnTo>
                    <a:pt x="50800" y="0"/>
                  </a:lnTo>
                  <a:cubicBezTo>
                    <a:pt x="78856" y="0"/>
                    <a:pt x="101600" y="22744"/>
                    <a:pt x="101600" y="50800"/>
                  </a:cubicBezTo>
                  <a:lnTo>
                    <a:pt x="101600" y="228600"/>
                  </a:lnTo>
                  <a:cubicBezTo>
                    <a:pt x="101600" y="256656"/>
                    <a:pt x="78856" y="279400"/>
                    <a:pt x="50800" y="279400"/>
                  </a:cubicBezTo>
                  <a:lnTo>
                    <a:pt x="50800" y="279400"/>
                  </a:lnTo>
                  <a:cubicBezTo>
                    <a:pt x="22744" y="279400"/>
                    <a:pt x="0" y="256656"/>
                    <a:pt x="0" y="228600"/>
                  </a:cubicBezTo>
                  <a:lnTo>
                    <a:pt x="0" y="50800"/>
                  </a:ln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BFA5D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101600" cy="317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3440029" y="4524375"/>
            <a:ext cx="76200" cy="95250"/>
            <a:chOff x="0" y="0"/>
            <a:chExt cx="101600" cy="1270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01600" cy="127000"/>
            </a:xfrm>
            <a:custGeom>
              <a:avLst/>
              <a:gdLst/>
              <a:ahLst/>
              <a:cxnLst/>
              <a:rect l="l" t="t" r="r" b="b"/>
              <a:pathLst>
                <a:path w="101600" h="127000">
                  <a:moveTo>
                    <a:pt x="50800" y="0"/>
                  </a:moveTo>
                  <a:lnTo>
                    <a:pt x="50800" y="0"/>
                  </a:lnTo>
                  <a:cubicBezTo>
                    <a:pt x="78856" y="0"/>
                    <a:pt x="101600" y="22744"/>
                    <a:pt x="101600" y="50800"/>
                  </a:cubicBezTo>
                  <a:lnTo>
                    <a:pt x="101600" y="76200"/>
                  </a:lnTo>
                  <a:cubicBezTo>
                    <a:pt x="101600" y="104256"/>
                    <a:pt x="78856" y="127000"/>
                    <a:pt x="50800" y="127000"/>
                  </a:cubicBezTo>
                  <a:lnTo>
                    <a:pt x="50800" y="127000"/>
                  </a:lnTo>
                  <a:cubicBezTo>
                    <a:pt x="22744" y="127000"/>
                    <a:pt x="0" y="104256"/>
                    <a:pt x="0" y="76200"/>
                  </a:cubicBezTo>
                  <a:lnTo>
                    <a:pt x="0" y="50800"/>
                  </a:ln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BFA5D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101600" cy="165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3666624" y="4410075"/>
            <a:ext cx="76200" cy="323850"/>
            <a:chOff x="0" y="0"/>
            <a:chExt cx="101600" cy="431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01600" cy="431800"/>
            </a:xfrm>
            <a:custGeom>
              <a:avLst/>
              <a:gdLst/>
              <a:ahLst/>
              <a:cxnLst/>
              <a:rect l="l" t="t" r="r" b="b"/>
              <a:pathLst>
                <a:path w="101600" h="431800">
                  <a:moveTo>
                    <a:pt x="50800" y="0"/>
                  </a:moveTo>
                  <a:lnTo>
                    <a:pt x="50800" y="0"/>
                  </a:lnTo>
                  <a:cubicBezTo>
                    <a:pt x="78856" y="0"/>
                    <a:pt x="101600" y="22744"/>
                    <a:pt x="101600" y="50800"/>
                  </a:cubicBezTo>
                  <a:lnTo>
                    <a:pt x="101600" y="381000"/>
                  </a:lnTo>
                  <a:cubicBezTo>
                    <a:pt x="101600" y="409056"/>
                    <a:pt x="78856" y="431800"/>
                    <a:pt x="50800" y="431800"/>
                  </a:cubicBezTo>
                  <a:lnTo>
                    <a:pt x="50800" y="431800"/>
                  </a:lnTo>
                  <a:cubicBezTo>
                    <a:pt x="22744" y="431800"/>
                    <a:pt x="0" y="409056"/>
                    <a:pt x="0" y="381000"/>
                  </a:cubicBezTo>
                  <a:lnTo>
                    <a:pt x="0" y="50800"/>
                  </a:ln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BFA5D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101600" cy="469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3893218" y="4486275"/>
            <a:ext cx="76200" cy="171450"/>
            <a:chOff x="0" y="0"/>
            <a:chExt cx="101600" cy="2286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01600" cy="228600"/>
            </a:xfrm>
            <a:custGeom>
              <a:avLst/>
              <a:gdLst/>
              <a:ahLst/>
              <a:cxnLst/>
              <a:rect l="l" t="t" r="r" b="b"/>
              <a:pathLst>
                <a:path w="101600" h="228600">
                  <a:moveTo>
                    <a:pt x="50800" y="0"/>
                  </a:moveTo>
                  <a:lnTo>
                    <a:pt x="50800" y="0"/>
                  </a:lnTo>
                  <a:cubicBezTo>
                    <a:pt x="78856" y="0"/>
                    <a:pt x="101600" y="22744"/>
                    <a:pt x="101600" y="50800"/>
                  </a:cubicBezTo>
                  <a:lnTo>
                    <a:pt x="101600" y="177800"/>
                  </a:lnTo>
                  <a:cubicBezTo>
                    <a:pt x="101600" y="205856"/>
                    <a:pt x="78856" y="228600"/>
                    <a:pt x="50800" y="228600"/>
                  </a:cubicBezTo>
                  <a:lnTo>
                    <a:pt x="50800" y="228600"/>
                  </a:lnTo>
                  <a:cubicBezTo>
                    <a:pt x="22744" y="228600"/>
                    <a:pt x="0" y="205856"/>
                    <a:pt x="0" y="177800"/>
                  </a:cubicBezTo>
                  <a:lnTo>
                    <a:pt x="0" y="50800"/>
                  </a:ln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BFA5D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38100"/>
              <a:ext cx="101600" cy="266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4119813" y="4514850"/>
            <a:ext cx="76200" cy="114300"/>
            <a:chOff x="0" y="0"/>
            <a:chExt cx="101600" cy="1524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01600" cy="152400"/>
            </a:xfrm>
            <a:custGeom>
              <a:avLst/>
              <a:gdLst/>
              <a:ahLst/>
              <a:cxnLst/>
              <a:rect l="l" t="t" r="r" b="b"/>
              <a:pathLst>
                <a:path w="101600" h="152400">
                  <a:moveTo>
                    <a:pt x="50800" y="0"/>
                  </a:moveTo>
                  <a:lnTo>
                    <a:pt x="50800" y="0"/>
                  </a:lnTo>
                  <a:cubicBezTo>
                    <a:pt x="78856" y="0"/>
                    <a:pt x="101600" y="22744"/>
                    <a:pt x="101600" y="50800"/>
                  </a:cubicBezTo>
                  <a:lnTo>
                    <a:pt x="101600" y="101600"/>
                  </a:lnTo>
                  <a:cubicBezTo>
                    <a:pt x="101600" y="129656"/>
                    <a:pt x="78856" y="152400"/>
                    <a:pt x="50800" y="152400"/>
                  </a:cubicBezTo>
                  <a:lnTo>
                    <a:pt x="50800" y="152400"/>
                  </a:lnTo>
                  <a:cubicBezTo>
                    <a:pt x="22744" y="152400"/>
                    <a:pt x="0" y="129656"/>
                    <a:pt x="0" y="101600"/>
                  </a:cubicBezTo>
                  <a:lnTo>
                    <a:pt x="0" y="50800"/>
                  </a:ln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BFA5D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38100"/>
              <a:ext cx="101600" cy="190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4346408" y="4448175"/>
            <a:ext cx="76200" cy="247650"/>
            <a:chOff x="0" y="0"/>
            <a:chExt cx="101600" cy="3302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01600" cy="330200"/>
            </a:xfrm>
            <a:custGeom>
              <a:avLst/>
              <a:gdLst/>
              <a:ahLst/>
              <a:cxnLst/>
              <a:rect l="l" t="t" r="r" b="b"/>
              <a:pathLst>
                <a:path w="101600" h="330200">
                  <a:moveTo>
                    <a:pt x="50800" y="0"/>
                  </a:moveTo>
                  <a:lnTo>
                    <a:pt x="50800" y="0"/>
                  </a:lnTo>
                  <a:cubicBezTo>
                    <a:pt x="78856" y="0"/>
                    <a:pt x="101600" y="22744"/>
                    <a:pt x="101600" y="50800"/>
                  </a:cubicBezTo>
                  <a:lnTo>
                    <a:pt x="101600" y="279400"/>
                  </a:lnTo>
                  <a:cubicBezTo>
                    <a:pt x="101600" y="307456"/>
                    <a:pt x="78856" y="330200"/>
                    <a:pt x="50800" y="330200"/>
                  </a:cubicBezTo>
                  <a:lnTo>
                    <a:pt x="50800" y="330200"/>
                  </a:lnTo>
                  <a:cubicBezTo>
                    <a:pt x="22744" y="330200"/>
                    <a:pt x="0" y="307456"/>
                    <a:pt x="0" y="279400"/>
                  </a:cubicBezTo>
                  <a:lnTo>
                    <a:pt x="0" y="50800"/>
                  </a:ln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BFA5D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38100"/>
              <a:ext cx="1016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4573003" y="4505325"/>
            <a:ext cx="76200" cy="133350"/>
            <a:chOff x="0" y="0"/>
            <a:chExt cx="101600" cy="1778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01600" cy="177800"/>
            </a:xfrm>
            <a:custGeom>
              <a:avLst/>
              <a:gdLst/>
              <a:ahLst/>
              <a:cxnLst/>
              <a:rect l="l" t="t" r="r" b="b"/>
              <a:pathLst>
                <a:path w="101600" h="177800">
                  <a:moveTo>
                    <a:pt x="50800" y="0"/>
                  </a:moveTo>
                  <a:lnTo>
                    <a:pt x="50800" y="0"/>
                  </a:lnTo>
                  <a:cubicBezTo>
                    <a:pt x="78856" y="0"/>
                    <a:pt x="101600" y="22744"/>
                    <a:pt x="101600" y="50800"/>
                  </a:cubicBezTo>
                  <a:lnTo>
                    <a:pt x="101600" y="127000"/>
                  </a:lnTo>
                  <a:cubicBezTo>
                    <a:pt x="101600" y="155056"/>
                    <a:pt x="78856" y="177800"/>
                    <a:pt x="50800" y="177800"/>
                  </a:cubicBezTo>
                  <a:lnTo>
                    <a:pt x="50800" y="177800"/>
                  </a:lnTo>
                  <a:cubicBezTo>
                    <a:pt x="22744" y="177800"/>
                    <a:pt x="0" y="155056"/>
                    <a:pt x="0" y="127000"/>
                  </a:cubicBezTo>
                  <a:lnTo>
                    <a:pt x="0" y="50800"/>
                  </a:ln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BFA5D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-38100"/>
              <a:ext cx="101600" cy="215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4799597" y="4429125"/>
            <a:ext cx="76200" cy="285750"/>
            <a:chOff x="0" y="0"/>
            <a:chExt cx="101600" cy="3810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01600" cy="381000"/>
            </a:xfrm>
            <a:custGeom>
              <a:avLst/>
              <a:gdLst/>
              <a:ahLst/>
              <a:cxnLst/>
              <a:rect l="l" t="t" r="r" b="b"/>
              <a:pathLst>
                <a:path w="101600" h="381000">
                  <a:moveTo>
                    <a:pt x="50800" y="0"/>
                  </a:moveTo>
                  <a:lnTo>
                    <a:pt x="50800" y="0"/>
                  </a:lnTo>
                  <a:cubicBezTo>
                    <a:pt x="78856" y="0"/>
                    <a:pt x="101600" y="22744"/>
                    <a:pt x="101600" y="50800"/>
                  </a:cubicBezTo>
                  <a:lnTo>
                    <a:pt x="101600" y="330200"/>
                  </a:lnTo>
                  <a:cubicBezTo>
                    <a:pt x="101600" y="358256"/>
                    <a:pt x="78856" y="381000"/>
                    <a:pt x="50800" y="381000"/>
                  </a:cubicBezTo>
                  <a:lnTo>
                    <a:pt x="50800" y="381000"/>
                  </a:lnTo>
                  <a:cubicBezTo>
                    <a:pt x="22744" y="381000"/>
                    <a:pt x="0" y="358256"/>
                    <a:pt x="0" y="330200"/>
                  </a:cubicBezTo>
                  <a:lnTo>
                    <a:pt x="0" y="50800"/>
                  </a:ln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BFA5D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-38100"/>
              <a:ext cx="101600" cy="419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5026192" y="4524375"/>
            <a:ext cx="76200" cy="95250"/>
            <a:chOff x="0" y="0"/>
            <a:chExt cx="101600" cy="12700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01600" cy="127000"/>
            </a:xfrm>
            <a:custGeom>
              <a:avLst/>
              <a:gdLst/>
              <a:ahLst/>
              <a:cxnLst/>
              <a:rect l="l" t="t" r="r" b="b"/>
              <a:pathLst>
                <a:path w="101600" h="127000">
                  <a:moveTo>
                    <a:pt x="50800" y="0"/>
                  </a:moveTo>
                  <a:lnTo>
                    <a:pt x="50800" y="0"/>
                  </a:lnTo>
                  <a:cubicBezTo>
                    <a:pt x="78856" y="0"/>
                    <a:pt x="101600" y="22744"/>
                    <a:pt x="101600" y="50800"/>
                  </a:cubicBezTo>
                  <a:lnTo>
                    <a:pt x="101600" y="76200"/>
                  </a:lnTo>
                  <a:cubicBezTo>
                    <a:pt x="101600" y="104256"/>
                    <a:pt x="78856" y="127000"/>
                    <a:pt x="50800" y="127000"/>
                  </a:cubicBezTo>
                  <a:lnTo>
                    <a:pt x="50800" y="127000"/>
                  </a:lnTo>
                  <a:cubicBezTo>
                    <a:pt x="22744" y="127000"/>
                    <a:pt x="0" y="104256"/>
                    <a:pt x="0" y="76200"/>
                  </a:cubicBezTo>
                  <a:lnTo>
                    <a:pt x="0" y="50800"/>
                  </a:ln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BFA5D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-38100"/>
              <a:ext cx="101600" cy="165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5252787" y="4476750"/>
            <a:ext cx="76200" cy="190500"/>
            <a:chOff x="0" y="0"/>
            <a:chExt cx="101600" cy="25400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101600" cy="254000"/>
            </a:xfrm>
            <a:custGeom>
              <a:avLst/>
              <a:gdLst/>
              <a:ahLst/>
              <a:cxnLst/>
              <a:rect l="l" t="t" r="r" b="b"/>
              <a:pathLst>
                <a:path w="101600" h="254000">
                  <a:moveTo>
                    <a:pt x="50800" y="0"/>
                  </a:moveTo>
                  <a:lnTo>
                    <a:pt x="50800" y="0"/>
                  </a:lnTo>
                  <a:cubicBezTo>
                    <a:pt x="78856" y="0"/>
                    <a:pt x="101600" y="22744"/>
                    <a:pt x="101600" y="50800"/>
                  </a:cubicBezTo>
                  <a:lnTo>
                    <a:pt x="101600" y="203200"/>
                  </a:lnTo>
                  <a:cubicBezTo>
                    <a:pt x="101600" y="231256"/>
                    <a:pt x="78856" y="254000"/>
                    <a:pt x="50800" y="254000"/>
                  </a:cubicBezTo>
                  <a:lnTo>
                    <a:pt x="50800" y="254000"/>
                  </a:lnTo>
                  <a:cubicBezTo>
                    <a:pt x="22744" y="254000"/>
                    <a:pt x="0" y="231256"/>
                    <a:pt x="0" y="203200"/>
                  </a:cubicBezTo>
                  <a:lnTo>
                    <a:pt x="0" y="50800"/>
                  </a:ln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BFA5D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0" y="-38100"/>
              <a:ext cx="101600" cy="29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5479382" y="4495800"/>
            <a:ext cx="76200" cy="152400"/>
            <a:chOff x="0" y="0"/>
            <a:chExt cx="101600" cy="20320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101600" cy="203200"/>
            </a:xfrm>
            <a:custGeom>
              <a:avLst/>
              <a:gdLst/>
              <a:ahLst/>
              <a:cxnLst/>
              <a:rect l="l" t="t" r="r" b="b"/>
              <a:pathLst>
                <a:path w="101600" h="203200">
                  <a:moveTo>
                    <a:pt x="50800" y="0"/>
                  </a:moveTo>
                  <a:lnTo>
                    <a:pt x="50800" y="0"/>
                  </a:lnTo>
                  <a:cubicBezTo>
                    <a:pt x="78856" y="0"/>
                    <a:pt x="101600" y="22744"/>
                    <a:pt x="101600" y="50800"/>
                  </a:cubicBezTo>
                  <a:lnTo>
                    <a:pt x="101600" y="152400"/>
                  </a:lnTo>
                  <a:cubicBezTo>
                    <a:pt x="101600" y="180456"/>
                    <a:pt x="78856" y="203200"/>
                    <a:pt x="50800" y="203200"/>
                  </a:cubicBezTo>
                  <a:lnTo>
                    <a:pt x="50800" y="203200"/>
                  </a:lnTo>
                  <a:cubicBezTo>
                    <a:pt x="22744" y="203200"/>
                    <a:pt x="0" y="180456"/>
                    <a:pt x="0" y="152400"/>
                  </a:cubicBezTo>
                  <a:lnTo>
                    <a:pt x="0" y="50800"/>
                  </a:ln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BFA5D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0" y="-38100"/>
              <a:ext cx="101600" cy="241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5705976" y="4457700"/>
            <a:ext cx="76200" cy="228600"/>
            <a:chOff x="0" y="0"/>
            <a:chExt cx="101600" cy="304800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101600" cy="304800"/>
            </a:xfrm>
            <a:custGeom>
              <a:avLst/>
              <a:gdLst/>
              <a:ahLst/>
              <a:cxnLst/>
              <a:rect l="l" t="t" r="r" b="b"/>
              <a:pathLst>
                <a:path w="101600" h="304800">
                  <a:moveTo>
                    <a:pt x="50800" y="0"/>
                  </a:moveTo>
                  <a:lnTo>
                    <a:pt x="50800" y="0"/>
                  </a:lnTo>
                  <a:cubicBezTo>
                    <a:pt x="78856" y="0"/>
                    <a:pt x="101600" y="22744"/>
                    <a:pt x="101600" y="50800"/>
                  </a:cubicBezTo>
                  <a:lnTo>
                    <a:pt x="101600" y="254000"/>
                  </a:lnTo>
                  <a:cubicBezTo>
                    <a:pt x="101600" y="282056"/>
                    <a:pt x="78856" y="304800"/>
                    <a:pt x="50800" y="304800"/>
                  </a:cubicBezTo>
                  <a:lnTo>
                    <a:pt x="50800" y="304800"/>
                  </a:lnTo>
                  <a:cubicBezTo>
                    <a:pt x="22744" y="304800"/>
                    <a:pt x="0" y="282056"/>
                    <a:pt x="0" y="254000"/>
                  </a:cubicBezTo>
                  <a:lnTo>
                    <a:pt x="0" y="50800"/>
                  </a:ln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BFA5D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0" y="-38100"/>
              <a:ext cx="101600" cy="342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5932571" y="4519612"/>
            <a:ext cx="76200" cy="104775"/>
            <a:chOff x="0" y="0"/>
            <a:chExt cx="101600" cy="139700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101600" cy="139700"/>
            </a:xfrm>
            <a:custGeom>
              <a:avLst/>
              <a:gdLst/>
              <a:ahLst/>
              <a:cxnLst/>
              <a:rect l="l" t="t" r="r" b="b"/>
              <a:pathLst>
                <a:path w="101600" h="139700">
                  <a:moveTo>
                    <a:pt x="50800" y="0"/>
                  </a:moveTo>
                  <a:lnTo>
                    <a:pt x="50800" y="0"/>
                  </a:lnTo>
                  <a:cubicBezTo>
                    <a:pt x="78856" y="0"/>
                    <a:pt x="101600" y="22744"/>
                    <a:pt x="101600" y="50800"/>
                  </a:cubicBezTo>
                  <a:lnTo>
                    <a:pt x="101600" y="88900"/>
                  </a:lnTo>
                  <a:cubicBezTo>
                    <a:pt x="101600" y="116956"/>
                    <a:pt x="78856" y="139700"/>
                    <a:pt x="50800" y="139700"/>
                  </a:cubicBezTo>
                  <a:lnTo>
                    <a:pt x="50800" y="139700"/>
                  </a:lnTo>
                  <a:cubicBezTo>
                    <a:pt x="22744" y="139700"/>
                    <a:pt x="0" y="116956"/>
                    <a:pt x="0" y="88900"/>
                  </a:cubicBezTo>
                  <a:lnTo>
                    <a:pt x="0" y="50800"/>
                  </a:ln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BFA5D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0" y="-38100"/>
              <a:ext cx="101600" cy="1778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6159166" y="4419600"/>
            <a:ext cx="76200" cy="304800"/>
            <a:chOff x="0" y="0"/>
            <a:chExt cx="101600" cy="406400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101600" cy="406400"/>
            </a:xfrm>
            <a:custGeom>
              <a:avLst/>
              <a:gdLst/>
              <a:ahLst/>
              <a:cxnLst/>
              <a:rect l="l" t="t" r="r" b="b"/>
              <a:pathLst>
                <a:path w="101600" h="406400">
                  <a:moveTo>
                    <a:pt x="50800" y="0"/>
                  </a:moveTo>
                  <a:lnTo>
                    <a:pt x="50800" y="0"/>
                  </a:lnTo>
                  <a:cubicBezTo>
                    <a:pt x="78856" y="0"/>
                    <a:pt x="101600" y="22744"/>
                    <a:pt x="101600" y="50800"/>
                  </a:cubicBezTo>
                  <a:lnTo>
                    <a:pt x="101600" y="355600"/>
                  </a:lnTo>
                  <a:cubicBezTo>
                    <a:pt x="101600" y="383656"/>
                    <a:pt x="78856" y="406400"/>
                    <a:pt x="50800" y="406400"/>
                  </a:cubicBezTo>
                  <a:lnTo>
                    <a:pt x="50800" y="406400"/>
                  </a:lnTo>
                  <a:cubicBezTo>
                    <a:pt x="22744" y="406400"/>
                    <a:pt x="0" y="383656"/>
                    <a:pt x="0" y="355600"/>
                  </a:cubicBezTo>
                  <a:lnTo>
                    <a:pt x="0" y="50800"/>
                  </a:ln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BFA5D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0" y="-38100"/>
              <a:ext cx="10160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6385761" y="4486275"/>
            <a:ext cx="76200" cy="171450"/>
            <a:chOff x="0" y="0"/>
            <a:chExt cx="101600" cy="228600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101600" cy="228600"/>
            </a:xfrm>
            <a:custGeom>
              <a:avLst/>
              <a:gdLst/>
              <a:ahLst/>
              <a:cxnLst/>
              <a:rect l="l" t="t" r="r" b="b"/>
              <a:pathLst>
                <a:path w="101600" h="228600">
                  <a:moveTo>
                    <a:pt x="50800" y="0"/>
                  </a:moveTo>
                  <a:lnTo>
                    <a:pt x="50800" y="0"/>
                  </a:lnTo>
                  <a:cubicBezTo>
                    <a:pt x="78856" y="0"/>
                    <a:pt x="101600" y="22744"/>
                    <a:pt x="101600" y="50800"/>
                  </a:cubicBezTo>
                  <a:lnTo>
                    <a:pt x="101600" y="177800"/>
                  </a:lnTo>
                  <a:cubicBezTo>
                    <a:pt x="101600" y="205856"/>
                    <a:pt x="78856" y="228600"/>
                    <a:pt x="50800" y="228600"/>
                  </a:cubicBezTo>
                  <a:lnTo>
                    <a:pt x="50800" y="228600"/>
                  </a:lnTo>
                  <a:cubicBezTo>
                    <a:pt x="22744" y="228600"/>
                    <a:pt x="0" y="205856"/>
                    <a:pt x="0" y="177800"/>
                  </a:cubicBezTo>
                  <a:lnTo>
                    <a:pt x="0" y="50800"/>
                  </a:ln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BFA5D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0" y="-38100"/>
              <a:ext cx="101600" cy="266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6612355" y="4510088"/>
            <a:ext cx="76200" cy="123825"/>
            <a:chOff x="0" y="0"/>
            <a:chExt cx="101600" cy="165100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101600" cy="165100"/>
            </a:xfrm>
            <a:custGeom>
              <a:avLst/>
              <a:gdLst/>
              <a:ahLst/>
              <a:cxnLst/>
              <a:rect l="l" t="t" r="r" b="b"/>
              <a:pathLst>
                <a:path w="101600" h="165100">
                  <a:moveTo>
                    <a:pt x="50800" y="0"/>
                  </a:moveTo>
                  <a:lnTo>
                    <a:pt x="50800" y="0"/>
                  </a:lnTo>
                  <a:cubicBezTo>
                    <a:pt x="78856" y="0"/>
                    <a:pt x="101600" y="22744"/>
                    <a:pt x="101600" y="50800"/>
                  </a:cubicBezTo>
                  <a:lnTo>
                    <a:pt x="101600" y="114300"/>
                  </a:lnTo>
                  <a:cubicBezTo>
                    <a:pt x="101600" y="142356"/>
                    <a:pt x="78856" y="165100"/>
                    <a:pt x="50800" y="165100"/>
                  </a:cubicBezTo>
                  <a:lnTo>
                    <a:pt x="50800" y="165100"/>
                  </a:lnTo>
                  <a:cubicBezTo>
                    <a:pt x="22744" y="165100"/>
                    <a:pt x="0" y="142356"/>
                    <a:pt x="0" y="114300"/>
                  </a:cubicBezTo>
                  <a:lnTo>
                    <a:pt x="0" y="50800"/>
                  </a:ln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BFA5D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0" y="-38100"/>
              <a:ext cx="101600" cy="203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6915150" y="4371975"/>
            <a:ext cx="76200" cy="400050"/>
            <a:chOff x="0" y="0"/>
            <a:chExt cx="101600" cy="533400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101600" cy="533400"/>
            </a:xfrm>
            <a:custGeom>
              <a:avLst/>
              <a:gdLst/>
              <a:ahLst/>
              <a:cxnLst/>
              <a:rect l="l" t="t" r="r" b="b"/>
              <a:pathLst>
                <a:path w="101600" h="533400">
                  <a:moveTo>
                    <a:pt x="50800" y="0"/>
                  </a:moveTo>
                  <a:lnTo>
                    <a:pt x="50800" y="0"/>
                  </a:lnTo>
                  <a:cubicBezTo>
                    <a:pt x="78856" y="0"/>
                    <a:pt x="101600" y="22744"/>
                    <a:pt x="101600" y="50800"/>
                  </a:cubicBezTo>
                  <a:lnTo>
                    <a:pt x="101600" y="482600"/>
                  </a:lnTo>
                  <a:cubicBezTo>
                    <a:pt x="101600" y="510656"/>
                    <a:pt x="78856" y="533400"/>
                    <a:pt x="50800" y="533400"/>
                  </a:cubicBezTo>
                  <a:lnTo>
                    <a:pt x="50800" y="533400"/>
                  </a:lnTo>
                  <a:cubicBezTo>
                    <a:pt x="22744" y="533400"/>
                    <a:pt x="0" y="510656"/>
                    <a:pt x="0" y="482600"/>
                  </a:cubicBezTo>
                  <a:lnTo>
                    <a:pt x="0" y="50800"/>
                  </a:ln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3D8B8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0" y="-38100"/>
              <a:ext cx="101600" cy="571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7141745" y="4305300"/>
            <a:ext cx="76200" cy="533400"/>
            <a:chOff x="0" y="0"/>
            <a:chExt cx="101600" cy="711200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101600" cy="711200"/>
            </a:xfrm>
            <a:custGeom>
              <a:avLst/>
              <a:gdLst/>
              <a:ahLst/>
              <a:cxnLst/>
              <a:rect l="l" t="t" r="r" b="b"/>
              <a:pathLst>
                <a:path w="101600" h="711200">
                  <a:moveTo>
                    <a:pt x="50800" y="0"/>
                  </a:moveTo>
                  <a:lnTo>
                    <a:pt x="50800" y="0"/>
                  </a:lnTo>
                  <a:cubicBezTo>
                    <a:pt x="78856" y="0"/>
                    <a:pt x="101600" y="22744"/>
                    <a:pt x="101600" y="50800"/>
                  </a:cubicBezTo>
                  <a:lnTo>
                    <a:pt x="101600" y="660400"/>
                  </a:lnTo>
                  <a:cubicBezTo>
                    <a:pt x="101600" y="688456"/>
                    <a:pt x="78856" y="711200"/>
                    <a:pt x="50800" y="711200"/>
                  </a:cubicBezTo>
                  <a:lnTo>
                    <a:pt x="50800" y="711200"/>
                  </a:lnTo>
                  <a:cubicBezTo>
                    <a:pt x="22744" y="711200"/>
                    <a:pt x="0" y="688456"/>
                    <a:pt x="0" y="660400"/>
                  </a:cubicBezTo>
                  <a:lnTo>
                    <a:pt x="0" y="50800"/>
                  </a:ln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3D8B8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0" y="-38100"/>
              <a:ext cx="101600" cy="749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7368339" y="4267200"/>
            <a:ext cx="76200" cy="609600"/>
            <a:chOff x="0" y="0"/>
            <a:chExt cx="101600" cy="812800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101600" cy="812800"/>
            </a:xfrm>
            <a:custGeom>
              <a:avLst/>
              <a:gdLst/>
              <a:ahLst/>
              <a:cxnLst/>
              <a:rect l="l" t="t" r="r" b="b"/>
              <a:pathLst>
                <a:path w="101600" h="812800">
                  <a:moveTo>
                    <a:pt x="50800" y="0"/>
                  </a:moveTo>
                  <a:lnTo>
                    <a:pt x="50800" y="0"/>
                  </a:lnTo>
                  <a:cubicBezTo>
                    <a:pt x="78856" y="0"/>
                    <a:pt x="101600" y="22744"/>
                    <a:pt x="101600" y="50800"/>
                  </a:cubicBezTo>
                  <a:lnTo>
                    <a:pt x="101600" y="762000"/>
                  </a:lnTo>
                  <a:cubicBezTo>
                    <a:pt x="101600" y="790056"/>
                    <a:pt x="78856" y="812800"/>
                    <a:pt x="50800" y="812800"/>
                  </a:cubicBezTo>
                  <a:lnTo>
                    <a:pt x="50800" y="812800"/>
                  </a:lnTo>
                  <a:cubicBezTo>
                    <a:pt x="22744" y="812800"/>
                    <a:pt x="0" y="790056"/>
                    <a:pt x="0" y="762000"/>
                  </a:cubicBezTo>
                  <a:lnTo>
                    <a:pt x="0" y="50800"/>
                  </a:ln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3D8B8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0" y="-38100"/>
              <a:ext cx="1016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7594934" y="4343400"/>
            <a:ext cx="76200" cy="457200"/>
            <a:chOff x="0" y="0"/>
            <a:chExt cx="101600" cy="609600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101600" cy="609600"/>
            </a:xfrm>
            <a:custGeom>
              <a:avLst/>
              <a:gdLst/>
              <a:ahLst/>
              <a:cxnLst/>
              <a:rect l="l" t="t" r="r" b="b"/>
              <a:pathLst>
                <a:path w="101600" h="609600">
                  <a:moveTo>
                    <a:pt x="50800" y="0"/>
                  </a:moveTo>
                  <a:lnTo>
                    <a:pt x="50800" y="0"/>
                  </a:lnTo>
                  <a:cubicBezTo>
                    <a:pt x="78856" y="0"/>
                    <a:pt x="101600" y="22744"/>
                    <a:pt x="101600" y="50800"/>
                  </a:cubicBezTo>
                  <a:lnTo>
                    <a:pt x="101600" y="558800"/>
                  </a:lnTo>
                  <a:cubicBezTo>
                    <a:pt x="101600" y="586856"/>
                    <a:pt x="78856" y="609600"/>
                    <a:pt x="50800" y="609600"/>
                  </a:cubicBezTo>
                  <a:lnTo>
                    <a:pt x="50800" y="609600"/>
                  </a:lnTo>
                  <a:cubicBezTo>
                    <a:pt x="22744" y="609600"/>
                    <a:pt x="0" y="586856"/>
                    <a:pt x="0" y="558800"/>
                  </a:cubicBezTo>
                  <a:lnTo>
                    <a:pt x="0" y="50800"/>
                  </a:ln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3D8B8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0" y="-38100"/>
              <a:ext cx="101600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7821529" y="4229100"/>
            <a:ext cx="76200" cy="685800"/>
            <a:chOff x="0" y="0"/>
            <a:chExt cx="101600" cy="914400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101600" cy="914400"/>
            </a:xfrm>
            <a:custGeom>
              <a:avLst/>
              <a:gdLst/>
              <a:ahLst/>
              <a:cxnLst/>
              <a:rect l="l" t="t" r="r" b="b"/>
              <a:pathLst>
                <a:path w="101600" h="914400">
                  <a:moveTo>
                    <a:pt x="50800" y="0"/>
                  </a:moveTo>
                  <a:lnTo>
                    <a:pt x="50800" y="0"/>
                  </a:lnTo>
                  <a:cubicBezTo>
                    <a:pt x="78856" y="0"/>
                    <a:pt x="101600" y="22744"/>
                    <a:pt x="101600" y="50800"/>
                  </a:cubicBezTo>
                  <a:lnTo>
                    <a:pt x="101600" y="863600"/>
                  </a:lnTo>
                  <a:cubicBezTo>
                    <a:pt x="101600" y="891656"/>
                    <a:pt x="78856" y="914400"/>
                    <a:pt x="50800" y="914400"/>
                  </a:cubicBezTo>
                  <a:lnTo>
                    <a:pt x="50800" y="914400"/>
                  </a:lnTo>
                  <a:cubicBezTo>
                    <a:pt x="22744" y="914400"/>
                    <a:pt x="0" y="891656"/>
                    <a:pt x="0" y="863600"/>
                  </a:cubicBezTo>
                  <a:lnTo>
                    <a:pt x="0" y="50800"/>
                  </a:ln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3D8B8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0" y="-38100"/>
              <a:ext cx="101600" cy="952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8048124" y="4295775"/>
            <a:ext cx="76200" cy="552450"/>
            <a:chOff x="0" y="0"/>
            <a:chExt cx="101600" cy="736600"/>
          </a:xfrm>
        </p:grpSpPr>
        <p:sp>
          <p:nvSpPr>
            <p:cNvPr id="80" name="Freeform 80"/>
            <p:cNvSpPr/>
            <p:nvPr/>
          </p:nvSpPr>
          <p:spPr>
            <a:xfrm>
              <a:off x="0" y="0"/>
              <a:ext cx="101600" cy="736600"/>
            </a:xfrm>
            <a:custGeom>
              <a:avLst/>
              <a:gdLst/>
              <a:ahLst/>
              <a:cxnLst/>
              <a:rect l="l" t="t" r="r" b="b"/>
              <a:pathLst>
                <a:path w="101600" h="736600">
                  <a:moveTo>
                    <a:pt x="50800" y="0"/>
                  </a:moveTo>
                  <a:lnTo>
                    <a:pt x="50800" y="0"/>
                  </a:lnTo>
                  <a:cubicBezTo>
                    <a:pt x="78856" y="0"/>
                    <a:pt x="101600" y="22744"/>
                    <a:pt x="101600" y="50800"/>
                  </a:cubicBezTo>
                  <a:lnTo>
                    <a:pt x="101600" y="685800"/>
                  </a:lnTo>
                  <a:cubicBezTo>
                    <a:pt x="101600" y="713856"/>
                    <a:pt x="78856" y="736600"/>
                    <a:pt x="50800" y="736600"/>
                  </a:cubicBezTo>
                  <a:lnTo>
                    <a:pt x="50800" y="736600"/>
                  </a:lnTo>
                  <a:cubicBezTo>
                    <a:pt x="22744" y="736600"/>
                    <a:pt x="0" y="713856"/>
                    <a:pt x="0" y="685800"/>
                  </a:cubicBezTo>
                  <a:lnTo>
                    <a:pt x="0" y="50800"/>
                  </a:ln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3D8B8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0" y="-38100"/>
              <a:ext cx="101600" cy="774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8274718" y="4181475"/>
            <a:ext cx="76200" cy="781050"/>
            <a:chOff x="0" y="0"/>
            <a:chExt cx="101600" cy="1041400"/>
          </a:xfrm>
        </p:grpSpPr>
        <p:sp>
          <p:nvSpPr>
            <p:cNvPr id="83" name="Freeform 83"/>
            <p:cNvSpPr/>
            <p:nvPr/>
          </p:nvSpPr>
          <p:spPr>
            <a:xfrm>
              <a:off x="0" y="0"/>
              <a:ext cx="101600" cy="1041400"/>
            </a:xfrm>
            <a:custGeom>
              <a:avLst/>
              <a:gdLst/>
              <a:ahLst/>
              <a:cxnLst/>
              <a:rect l="l" t="t" r="r" b="b"/>
              <a:pathLst>
                <a:path w="101600" h="1041400">
                  <a:moveTo>
                    <a:pt x="50800" y="0"/>
                  </a:moveTo>
                  <a:lnTo>
                    <a:pt x="50800" y="0"/>
                  </a:lnTo>
                  <a:cubicBezTo>
                    <a:pt x="78856" y="0"/>
                    <a:pt x="101600" y="22744"/>
                    <a:pt x="101600" y="50800"/>
                  </a:cubicBezTo>
                  <a:lnTo>
                    <a:pt x="101600" y="990600"/>
                  </a:lnTo>
                  <a:cubicBezTo>
                    <a:pt x="101600" y="1018656"/>
                    <a:pt x="78856" y="1041400"/>
                    <a:pt x="50800" y="1041400"/>
                  </a:cubicBezTo>
                  <a:lnTo>
                    <a:pt x="50800" y="1041400"/>
                  </a:lnTo>
                  <a:cubicBezTo>
                    <a:pt x="22744" y="1041400"/>
                    <a:pt x="0" y="1018656"/>
                    <a:pt x="0" y="990600"/>
                  </a:cubicBezTo>
                  <a:lnTo>
                    <a:pt x="0" y="50800"/>
                  </a:ln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3D8B8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0" y="-38100"/>
              <a:ext cx="101600" cy="1079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8501313" y="4314825"/>
            <a:ext cx="76200" cy="514350"/>
            <a:chOff x="0" y="0"/>
            <a:chExt cx="101600" cy="685800"/>
          </a:xfrm>
        </p:grpSpPr>
        <p:sp>
          <p:nvSpPr>
            <p:cNvPr id="86" name="Freeform 86"/>
            <p:cNvSpPr/>
            <p:nvPr/>
          </p:nvSpPr>
          <p:spPr>
            <a:xfrm>
              <a:off x="0" y="0"/>
              <a:ext cx="101600" cy="685800"/>
            </a:xfrm>
            <a:custGeom>
              <a:avLst/>
              <a:gdLst/>
              <a:ahLst/>
              <a:cxnLst/>
              <a:rect l="l" t="t" r="r" b="b"/>
              <a:pathLst>
                <a:path w="101600" h="685800">
                  <a:moveTo>
                    <a:pt x="50800" y="0"/>
                  </a:moveTo>
                  <a:lnTo>
                    <a:pt x="50800" y="0"/>
                  </a:lnTo>
                  <a:cubicBezTo>
                    <a:pt x="78856" y="0"/>
                    <a:pt x="101600" y="22744"/>
                    <a:pt x="101600" y="50800"/>
                  </a:cubicBezTo>
                  <a:lnTo>
                    <a:pt x="101600" y="635000"/>
                  </a:lnTo>
                  <a:cubicBezTo>
                    <a:pt x="101600" y="663056"/>
                    <a:pt x="78856" y="685800"/>
                    <a:pt x="50800" y="685800"/>
                  </a:cubicBezTo>
                  <a:lnTo>
                    <a:pt x="50800" y="685800"/>
                  </a:lnTo>
                  <a:cubicBezTo>
                    <a:pt x="22744" y="685800"/>
                    <a:pt x="0" y="663056"/>
                    <a:pt x="0" y="635000"/>
                  </a:cubicBezTo>
                  <a:lnTo>
                    <a:pt x="0" y="50800"/>
                  </a:ln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3D8B8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0" y="-38100"/>
              <a:ext cx="101600" cy="723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88" name="Group 88"/>
          <p:cNvGrpSpPr/>
          <p:nvPr/>
        </p:nvGrpSpPr>
        <p:grpSpPr>
          <a:xfrm>
            <a:off x="8727908" y="4238625"/>
            <a:ext cx="76200" cy="666750"/>
            <a:chOff x="0" y="0"/>
            <a:chExt cx="101600" cy="889000"/>
          </a:xfrm>
        </p:grpSpPr>
        <p:sp>
          <p:nvSpPr>
            <p:cNvPr id="89" name="Freeform 89"/>
            <p:cNvSpPr/>
            <p:nvPr/>
          </p:nvSpPr>
          <p:spPr>
            <a:xfrm>
              <a:off x="0" y="0"/>
              <a:ext cx="101600" cy="889000"/>
            </a:xfrm>
            <a:custGeom>
              <a:avLst/>
              <a:gdLst/>
              <a:ahLst/>
              <a:cxnLst/>
              <a:rect l="l" t="t" r="r" b="b"/>
              <a:pathLst>
                <a:path w="101600" h="889000">
                  <a:moveTo>
                    <a:pt x="50800" y="0"/>
                  </a:moveTo>
                  <a:lnTo>
                    <a:pt x="50800" y="0"/>
                  </a:lnTo>
                  <a:cubicBezTo>
                    <a:pt x="78856" y="0"/>
                    <a:pt x="101600" y="22744"/>
                    <a:pt x="101600" y="50800"/>
                  </a:cubicBezTo>
                  <a:lnTo>
                    <a:pt x="101600" y="838200"/>
                  </a:lnTo>
                  <a:cubicBezTo>
                    <a:pt x="101600" y="866256"/>
                    <a:pt x="78856" y="889000"/>
                    <a:pt x="50800" y="889000"/>
                  </a:cubicBezTo>
                  <a:lnTo>
                    <a:pt x="50800" y="889000"/>
                  </a:lnTo>
                  <a:cubicBezTo>
                    <a:pt x="22744" y="889000"/>
                    <a:pt x="0" y="866256"/>
                    <a:pt x="0" y="838200"/>
                  </a:cubicBezTo>
                  <a:lnTo>
                    <a:pt x="0" y="50800"/>
                  </a:ln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3D8B8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0" y="-38100"/>
              <a:ext cx="101600" cy="927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91" name="Group 91"/>
          <p:cNvGrpSpPr/>
          <p:nvPr/>
        </p:nvGrpSpPr>
        <p:grpSpPr>
          <a:xfrm>
            <a:off x="8954503" y="4276725"/>
            <a:ext cx="76200" cy="590550"/>
            <a:chOff x="0" y="0"/>
            <a:chExt cx="101600" cy="787400"/>
          </a:xfrm>
        </p:grpSpPr>
        <p:sp>
          <p:nvSpPr>
            <p:cNvPr id="92" name="Freeform 92"/>
            <p:cNvSpPr/>
            <p:nvPr/>
          </p:nvSpPr>
          <p:spPr>
            <a:xfrm>
              <a:off x="0" y="0"/>
              <a:ext cx="101600" cy="787400"/>
            </a:xfrm>
            <a:custGeom>
              <a:avLst/>
              <a:gdLst/>
              <a:ahLst/>
              <a:cxnLst/>
              <a:rect l="l" t="t" r="r" b="b"/>
              <a:pathLst>
                <a:path w="101600" h="787400">
                  <a:moveTo>
                    <a:pt x="50800" y="0"/>
                  </a:moveTo>
                  <a:lnTo>
                    <a:pt x="50800" y="0"/>
                  </a:lnTo>
                  <a:cubicBezTo>
                    <a:pt x="78856" y="0"/>
                    <a:pt x="101600" y="22744"/>
                    <a:pt x="101600" y="50800"/>
                  </a:cubicBezTo>
                  <a:lnTo>
                    <a:pt x="101600" y="736600"/>
                  </a:lnTo>
                  <a:cubicBezTo>
                    <a:pt x="101600" y="764656"/>
                    <a:pt x="78856" y="787400"/>
                    <a:pt x="50800" y="787400"/>
                  </a:cubicBezTo>
                  <a:lnTo>
                    <a:pt x="50800" y="787400"/>
                  </a:lnTo>
                  <a:cubicBezTo>
                    <a:pt x="22744" y="787400"/>
                    <a:pt x="0" y="764656"/>
                    <a:pt x="0" y="736600"/>
                  </a:cubicBezTo>
                  <a:lnTo>
                    <a:pt x="0" y="50800"/>
                  </a:ln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3D8B8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0" y="-38100"/>
              <a:ext cx="101600" cy="825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94" name="Group 94"/>
          <p:cNvGrpSpPr/>
          <p:nvPr/>
        </p:nvGrpSpPr>
        <p:grpSpPr>
          <a:xfrm>
            <a:off x="9181097" y="4200525"/>
            <a:ext cx="76200" cy="742950"/>
            <a:chOff x="0" y="0"/>
            <a:chExt cx="101600" cy="990600"/>
          </a:xfrm>
        </p:grpSpPr>
        <p:sp>
          <p:nvSpPr>
            <p:cNvPr id="95" name="Freeform 95"/>
            <p:cNvSpPr/>
            <p:nvPr/>
          </p:nvSpPr>
          <p:spPr>
            <a:xfrm>
              <a:off x="0" y="0"/>
              <a:ext cx="101600" cy="990600"/>
            </a:xfrm>
            <a:custGeom>
              <a:avLst/>
              <a:gdLst/>
              <a:ahLst/>
              <a:cxnLst/>
              <a:rect l="l" t="t" r="r" b="b"/>
              <a:pathLst>
                <a:path w="101600" h="990600">
                  <a:moveTo>
                    <a:pt x="50800" y="0"/>
                  </a:moveTo>
                  <a:lnTo>
                    <a:pt x="50800" y="0"/>
                  </a:lnTo>
                  <a:cubicBezTo>
                    <a:pt x="78856" y="0"/>
                    <a:pt x="101600" y="22744"/>
                    <a:pt x="101600" y="50800"/>
                  </a:cubicBezTo>
                  <a:lnTo>
                    <a:pt x="101600" y="939800"/>
                  </a:lnTo>
                  <a:cubicBezTo>
                    <a:pt x="101600" y="967856"/>
                    <a:pt x="78856" y="990600"/>
                    <a:pt x="50800" y="990600"/>
                  </a:cubicBezTo>
                  <a:lnTo>
                    <a:pt x="50800" y="990600"/>
                  </a:lnTo>
                  <a:cubicBezTo>
                    <a:pt x="22744" y="990600"/>
                    <a:pt x="0" y="967856"/>
                    <a:pt x="0" y="939800"/>
                  </a:cubicBezTo>
                  <a:lnTo>
                    <a:pt x="0" y="50800"/>
                  </a:ln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3D8B8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0" y="-38100"/>
              <a:ext cx="101600" cy="1028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97" name="Group 97"/>
          <p:cNvGrpSpPr/>
          <p:nvPr/>
        </p:nvGrpSpPr>
        <p:grpSpPr>
          <a:xfrm>
            <a:off x="9407692" y="4333875"/>
            <a:ext cx="76200" cy="476250"/>
            <a:chOff x="0" y="0"/>
            <a:chExt cx="101600" cy="635000"/>
          </a:xfrm>
        </p:grpSpPr>
        <p:sp>
          <p:nvSpPr>
            <p:cNvPr id="98" name="Freeform 98"/>
            <p:cNvSpPr/>
            <p:nvPr/>
          </p:nvSpPr>
          <p:spPr>
            <a:xfrm>
              <a:off x="0" y="0"/>
              <a:ext cx="101600" cy="635000"/>
            </a:xfrm>
            <a:custGeom>
              <a:avLst/>
              <a:gdLst/>
              <a:ahLst/>
              <a:cxnLst/>
              <a:rect l="l" t="t" r="r" b="b"/>
              <a:pathLst>
                <a:path w="101600" h="635000">
                  <a:moveTo>
                    <a:pt x="50800" y="0"/>
                  </a:moveTo>
                  <a:lnTo>
                    <a:pt x="50800" y="0"/>
                  </a:lnTo>
                  <a:cubicBezTo>
                    <a:pt x="78856" y="0"/>
                    <a:pt x="101600" y="22744"/>
                    <a:pt x="101600" y="50800"/>
                  </a:cubicBezTo>
                  <a:lnTo>
                    <a:pt x="101600" y="584200"/>
                  </a:lnTo>
                  <a:cubicBezTo>
                    <a:pt x="101600" y="612256"/>
                    <a:pt x="78856" y="635000"/>
                    <a:pt x="50800" y="635000"/>
                  </a:cubicBezTo>
                  <a:lnTo>
                    <a:pt x="50800" y="635000"/>
                  </a:lnTo>
                  <a:cubicBezTo>
                    <a:pt x="22744" y="635000"/>
                    <a:pt x="0" y="612256"/>
                    <a:pt x="0" y="584200"/>
                  </a:cubicBezTo>
                  <a:lnTo>
                    <a:pt x="0" y="50800"/>
                  </a:ln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3D8B8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0" y="-38100"/>
              <a:ext cx="101600" cy="673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00" name="Group 100"/>
          <p:cNvGrpSpPr/>
          <p:nvPr/>
        </p:nvGrpSpPr>
        <p:grpSpPr>
          <a:xfrm>
            <a:off x="9634287" y="4248150"/>
            <a:ext cx="76200" cy="647700"/>
            <a:chOff x="0" y="0"/>
            <a:chExt cx="101600" cy="863600"/>
          </a:xfrm>
        </p:grpSpPr>
        <p:sp>
          <p:nvSpPr>
            <p:cNvPr id="101" name="Freeform 101"/>
            <p:cNvSpPr/>
            <p:nvPr/>
          </p:nvSpPr>
          <p:spPr>
            <a:xfrm>
              <a:off x="0" y="0"/>
              <a:ext cx="101600" cy="863600"/>
            </a:xfrm>
            <a:custGeom>
              <a:avLst/>
              <a:gdLst/>
              <a:ahLst/>
              <a:cxnLst/>
              <a:rect l="l" t="t" r="r" b="b"/>
              <a:pathLst>
                <a:path w="101600" h="863600">
                  <a:moveTo>
                    <a:pt x="50800" y="0"/>
                  </a:moveTo>
                  <a:lnTo>
                    <a:pt x="50800" y="0"/>
                  </a:lnTo>
                  <a:cubicBezTo>
                    <a:pt x="78856" y="0"/>
                    <a:pt x="101600" y="22744"/>
                    <a:pt x="101600" y="50800"/>
                  </a:cubicBezTo>
                  <a:lnTo>
                    <a:pt x="101600" y="812800"/>
                  </a:lnTo>
                  <a:cubicBezTo>
                    <a:pt x="101600" y="840856"/>
                    <a:pt x="78856" y="863600"/>
                    <a:pt x="50800" y="863600"/>
                  </a:cubicBezTo>
                  <a:lnTo>
                    <a:pt x="50800" y="863600"/>
                  </a:lnTo>
                  <a:cubicBezTo>
                    <a:pt x="22744" y="863600"/>
                    <a:pt x="0" y="840856"/>
                    <a:pt x="0" y="812800"/>
                  </a:cubicBezTo>
                  <a:lnTo>
                    <a:pt x="0" y="50800"/>
                  </a:ln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3D8B8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0" y="-38100"/>
              <a:ext cx="101600" cy="901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03" name="Group 103"/>
          <p:cNvGrpSpPr/>
          <p:nvPr/>
        </p:nvGrpSpPr>
        <p:grpSpPr>
          <a:xfrm>
            <a:off x="9860882" y="4171950"/>
            <a:ext cx="76200" cy="800100"/>
            <a:chOff x="0" y="0"/>
            <a:chExt cx="101600" cy="1066800"/>
          </a:xfrm>
        </p:grpSpPr>
        <p:sp>
          <p:nvSpPr>
            <p:cNvPr id="104" name="Freeform 104"/>
            <p:cNvSpPr/>
            <p:nvPr/>
          </p:nvSpPr>
          <p:spPr>
            <a:xfrm>
              <a:off x="0" y="0"/>
              <a:ext cx="101600" cy="1066800"/>
            </a:xfrm>
            <a:custGeom>
              <a:avLst/>
              <a:gdLst/>
              <a:ahLst/>
              <a:cxnLst/>
              <a:rect l="l" t="t" r="r" b="b"/>
              <a:pathLst>
                <a:path w="101600" h="1066800">
                  <a:moveTo>
                    <a:pt x="50800" y="0"/>
                  </a:moveTo>
                  <a:lnTo>
                    <a:pt x="50800" y="0"/>
                  </a:lnTo>
                  <a:cubicBezTo>
                    <a:pt x="78856" y="0"/>
                    <a:pt x="101600" y="22744"/>
                    <a:pt x="101600" y="50800"/>
                  </a:cubicBezTo>
                  <a:lnTo>
                    <a:pt x="101600" y="1016000"/>
                  </a:lnTo>
                  <a:cubicBezTo>
                    <a:pt x="101600" y="1044056"/>
                    <a:pt x="78856" y="1066800"/>
                    <a:pt x="50800" y="1066800"/>
                  </a:cubicBezTo>
                  <a:lnTo>
                    <a:pt x="50800" y="1066800"/>
                  </a:lnTo>
                  <a:cubicBezTo>
                    <a:pt x="22744" y="1066800"/>
                    <a:pt x="0" y="1044056"/>
                    <a:pt x="0" y="1016000"/>
                  </a:cubicBezTo>
                  <a:lnTo>
                    <a:pt x="0" y="50800"/>
                  </a:ln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3D8B8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0" y="-38100"/>
              <a:ext cx="101600" cy="1104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06" name="Group 106"/>
          <p:cNvGrpSpPr/>
          <p:nvPr/>
        </p:nvGrpSpPr>
        <p:grpSpPr>
          <a:xfrm>
            <a:off x="10087476" y="4286250"/>
            <a:ext cx="76200" cy="571500"/>
            <a:chOff x="0" y="0"/>
            <a:chExt cx="101600" cy="762000"/>
          </a:xfrm>
        </p:grpSpPr>
        <p:sp>
          <p:nvSpPr>
            <p:cNvPr id="107" name="Freeform 107"/>
            <p:cNvSpPr/>
            <p:nvPr/>
          </p:nvSpPr>
          <p:spPr>
            <a:xfrm>
              <a:off x="0" y="0"/>
              <a:ext cx="101600" cy="762000"/>
            </a:xfrm>
            <a:custGeom>
              <a:avLst/>
              <a:gdLst/>
              <a:ahLst/>
              <a:cxnLst/>
              <a:rect l="l" t="t" r="r" b="b"/>
              <a:pathLst>
                <a:path w="101600" h="762000">
                  <a:moveTo>
                    <a:pt x="50800" y="0"/>
                  </a:moveTo>
                  <a:lnTo>
                    <a:pt x="50800" y="0"/>
                  </a:lnTo>
                  <a:cubicBezTo>
                    <a:pt x="78856" y="0"/>
                    <a:pt x="101600" y="22744"/>
                    <a:pt x="101600" y="50800"/>
                  </a:cubicBezTo>
                  <a:lnTo>
                    <a:pt x="101600" y="711200"/>
                  </a:lnTo>
                  <a:cubicBezTo>
                    <a:pt x="101600" y="739256"/>
                    <a:pt x="78856" y="762000"/>
                    <a:pt x="50800" y="762000"/>
                  </a:cubicBezTo>
                  <a:lnTo>
                    <a:pt x="50800" y="762000"/>
                  </a:lnTo>
                  <a:cubicBezTo>
                    <a:pt x="22744" y="762000"/>
                    <a:pt x="0" y="739256"/>
                    <a:pt x="0" y="711200"/>
                  </a:cubicBezTo>
                  <a:lnTo>
                    <a:pt x="0" y="50800"/>
                  </a:ln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3D8B8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0" y="-38100"/>
              <a:ext cx="101600" cy="800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09" name="Group 109"/>
          <p:cNvGrpSpPr/>
          <p:nvPr/>
        </p:nvGrpSpPr>
        <p:grpSpPr>
          <a:xfrm>
            <a:off x="10314071" y="4210050"/>
            <a:ext cx="76200" cy="723900"/>
            <a:chOff x="0" y="0"/>
            <a:chExt cx="101600" cy="965200"/>
          </a:xfrm>
        </p:grpSpPr>
        <p:sp>
          <p:nvSpPr>
            <p:cNvPr id="110" name="Freeform 110"/>
            <p:cNvSpPr/>
            <p:nvPr/>
          </p:nvSpPr>
          <p:spPr>
            <a:xfrm>
              <a:off x="0" y="0"/>
              <a:ext cx="101600" cy="965200"/>
            </a:xfrm>
            <a:custGeom>
              <a:avLst/>
              <a:gdLst/>
              <a:ahLst/>
              <a:cxnLst/>
              <a:rect l="l" t="t" r="r" b="b"/>
              <a:pathLst>
                <a:path w="101600" h="965200">
                  <a:moveTo>
                    <a:pt x="50800" y="0"/>
                  </a:moveTo>
                  <a:lnTo>
                    <a:pt x="50800" y="0"/>
                  </a:lnTo>
                  <a:cubicBezTo>
                    <a:pt x="78856" y="0"/>
                    <a:pt x="101600" y="22744"/>
                    <a:pt x="101600" y="50800"/>
                  </a:cubicBezTo>
                  <a:lnTo>
                    <a:pt x="101600" y="914400"/>
                  </a:lnTo>
                  <a:cubicBezTo>
                    <a:pt x="101600" y="942456"/>
                    <a:pt x="78856" y="965200"/>
                    <a:pt x="50800" y="965200"/>
                  </a:cubicBezTo>
                  <a:lnTo>
                    <a:pt x="50800" y="965200"/>
                  </a:lnTo>
                  <a:cubicBezTo>
                    <a:pt x="22744" y="965200"/>
                    <a:pt x="0" y="942456"/>
                    <a:pt x="0" y="914400"/>
                  </a:cubicBezTo>
                  <a:lnTo>
                    <a:pt x="0" y="50800"/>
                  </a:ln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3D8B8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1" name="TextBox 111"/>
            <p:cNvSpPr txBox="1"/>
            <p:nvPr/>
          </p:nvSpPr>
          <p:spPr>
            <a:xfrm>
              <a:off x="0" y="-38100"/>
              <a:ext cx="101600" cy="1003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12" name="Group 112"/>
          <p:cNvGrpSpPr/>
          <p:nvPr/>
        </p:nvGrpSpPr>
        <p:grpSpPr>
          <a:xfrm>
            <a:off x="10540666" y="4324350"/>
            <a:ext cx="76200" cy="495300"/>
            <a:chOff x="0" y="0"/>
            <a:chExt cx="101600" cy="660400"/>
          </a:xfrm>
        </p:grpSpPr>
        <p:sp>
          <p:nvSpPr>
            <p:cNvPr id="113" name="Freeform 113"/>
            <p:cNvSpPr/>
            <p:nvPr/>
          </p:nvSpPr>
          <p:spPr>
            <a:xfrm>
              <a:off x="0" y="0"/>
              <a:ext cx="101600" cy="660400"/>
            </a:xfrm>
            <a:custGeom>
              <a:avLst/>
              <a:gdLst/>
              <a:ahLst/>
              <a:cxnLst/>
              <a:rect l="l" t="t" r="r" b="b"/>
              <a:pathLst>
                <a:path w="101600" h="660400">
                  <a:moveTo>
                    <a:pt x="50800" y="0"/>
                  </a:moveTo>
                  <a:lnTo>
                    <a:pt x="50800" y="0"/>
                  </a:lnTo>
                  <a:cubicBezTo>
                    <a:pt x="78856" y="0"/>
                    <a:pt x="101600" y="22744"/>
                    <a:pt x="101600" y="50800"/>
                  </a:cubicBezTo>
                  <a:lnTo>
                    <a:pt x="101600" y="609600"/>
                  </a:lnTo>
                  <a:cubicBezTo>
                    <a:pt x="101600" y="637656"/>
                    <a:pt x="78856" y="660400"/>
                    <a:pt x="50800" y="660400"/>
                  </a:cubicBezTo>
                  <a:lnTo>
                    <a:pt x="50800" y="660400"/>
                  </a:lnTo>
                  <a:cubicBezTo>
                    <a:pt x="22744" y="660400"/>
                    <a:pt x="0" y="637656"/>
                    <a:pt x="0" y="609600"/>
                  </a:cubicBezTo>
                  <a:lnTo>
                    <a:pt x="0" y="50800"/>
                  </a:ln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3D8B8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4" name="TextBox 114"/>
            <p:cNvSpPr txBox="1"/>
            <p:nvPr/>
          </p:nvSpPr>
          <p:spPr>
            <a:xfrm>
              <a:off x="0" y="-38100"/>
              <a:ext cx="1016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15" name="Group 115"/>
          <p:cNvGrpSpPr/>
          <p:nvPr/>
        </p:nvGrpSpPr>
        <p:grpSpPr>
          <a:xfrm>
            <a:off x="10767261" y="4219575"/>
            <a:ext cx="76200" cy="704850"/>
            <a:chOff x="0" y="0"/>
            <a:chExt cx="101600" cy="939800"/>
          </a:xfrm>
        </p:grpSpPr>
        <p:sp>
          <p:nvSpPr>
            <p:cNvPr id="116" name="Freeform 116"/>
            <p:cNvSpPr/>
            <p:nvPr/>
          </p:nvSpPr>
          <p:spPr>
            <a:xfrm>
              <a:off x="0" y="0"/>
              <a:ext cx="101600" cy="939800"/>
            </a:xfrm>
            <a:custGeom>
              <a:avLst/>
              <a:gdLst/>
              <a:ahLst/>
              <a:cxnLst/>
              <a:rect l="l" t="t" r="r" b="b"/>
              <a:pathLst>
                <a:path w="101600" h="939800">
                  <a:moveTo>
                    <a:pt x="50800" y="0"/>
                  </a:moveTo>
                  <a:lnTo>
                    <a:pt x="50800" y="0"/>
                  </a:lnTo>
                  <a:cubicBezTo>
                    <a:pt x="78856" y="0"/>
                    <a:pt x="101600" y="22744"/>
                    <a:pt x="101600" y="50800"/>
                  </a:cubicBezTo>
                  <a:lnTo>
                    <a:pt x="101600" y="889000"/>
                  </a:lnTo>
                  <a:cubicBezTo>
                    <a:pt x="101600" y="917056"/>
                    <a:pt x="78856" y="939800"/>
                    <a:pt x="50800" y="939800"/>
                  </a:cubicBezTo>
                  <a:lnTo>
                    <a:pt x="50800" y="939800"/>
                  </a:lnTo>
                  <a:cubicBezTo>
                    <a:pt x="22744" y="939800"/>
                    <a:pt x="0" y="917056"/>
                    <a:pt x="0" y="889000"/>
                  </a:cubicBezTo>
                  <a:lnTo>
                    <a:pt x="0" y="50800"/>
                  </a:ln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3D8B8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7" name="TextBox 117"/>
            <p:cNvSpPr txBox="1"/>
            <p:nvPr/>
          </p:nvSpPr>
          <p:spPr>
            <a:xfrm>
              <a:off x="0" y="-38100"/>
              <a:ext cx="101600" cy="977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18" name="Group 118"/>
          <p:cNvGrpSpPr/>
          <p:nvPr/>
        </p:nvGrpSpPr>
        <p:grpSpPr>
          <a:xfrm>
            <a:off x="10993855" y="4257675"/>
            <a:ext cx="76200" cy="628650"/>
            <a:chOff x="0" y="0"/>
            <a:chExt cx="101600" cy="838200"/>
          </a:xfrm>
        </p:grpSpPr>
        <p:sp>
          <p:nvSpPr>
            <p:cNvPr id="119" name="Freeform 119"/>
            <p:cNvSpPr/>
            <p:nvPr/>
          </p:nvSpPr>
          <p:spPr>
            <a:xfrm>
              <a:off x="0" y="0"/>
              <a:ext cx="101600" cy="838200"/>
            </a:xfrm>
            <a:custGeom>
              <a:avLst/>
              <a:gdLst/>
              <a:ahLst/>
              <a:cxnLst/>
              <a:rect l="l" t="t" r="r" b="b"/>
              <a:pathLst>
                <a:path w="101600" h="838200">
                  <a:moveTo>
                    <a:pt x="50800" y="0"/>
                  </a:moveTo>
                  <a:lnTo>
                    <a:pt x="50800" y="0"/>
                  </a:lnTo>
                  <a:cubicBezTo>
                    <a:pt x="78856" y="0"/>
                    <a:pt x="101600" y="22744"/>
                    <a:pt x="101600" y="50800"/>
                  </a:cubicBezTo>
                  <a:lnTo>
                    <a:pt x="101600" y="787400"/>
                  </a:lnTo>
                  <a:cubicBezTo>
                    <a:pt x="101600" y="815456"/>
                    <a:pt x="78856" y="838200"/>
                    <a:pt x="50800" y="838200"/>
                  </a:cubicBezTo>
                  <a:lnTo>
                    <a:pt x="50800" y="838200"/>
                  </a:lnTo>
                  <a:cubicBezTo>
                    <a:pt x="22744" y="838200"/>
                    <a:pt x="0" y="815456"/>
                    <a:pt x="0" y="787400"/>
                  </a:cubicBezTo>
                  <a:lnTo>
                    <a:pt x="0" y="50800"/>
                  </a:ln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3D8B8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0" name="TextBox 120"/>
            <p:cNvSpPr txBox="1"/>
            <p:nvPr/>
          </p:nvSpPr>
          <p:spPr>
            <a:xfrm>
              <a:off x="0" y="-38100"/>
              <a:ext cx="101600" cy="876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21" name="Group 121"/>
          <p:cNvGrpSpPr/>
          <p:nvPr/>
        </p:nvGrpSpPr>
        <p:grpSpPr>
          <a:xfrm>
            <a:off x="11220450" y="4191000"/>
            <a:ext cx="76200" cy="762000"/>
            <a:chOff x="0" y="0"/>
            <a:chExt cx="101600" cy="1016000"/>
          </a:xfrm>
        </p:grpSpPr>
        <p:sp>
          <p:nvSpPr>
            <p:cNvPr id="122" name="Freeform 122"/>
            <p:cNvSpPr/>
            <p:nvPr/>
          </p:nvSpPr>
          <p:spPr>
            <a:xfrm>
              <a:off x="0" y="0"/>
              <a:ext cx="101600" cy="1016000"/>
            </a:xfrm>
            <a:custGeom>
              <a:avLst/>
              <a:gdLst/>
              <a:ahLst/>
              <a:cxnLst/>
              <a:rect l="l" t="t" r="r" b="b"/>
              <a:pathLst>
                <a:path w="101600" h="1016000">
                  <a:moveTo>
                    <a:pt x="50800" y="0"/>
                  </a:moveTo>
                  <a:lnTo>
                    <a:pt x="50800" y="0"/>
                  </a:lnTo>
                  <a:cubicBezTo>
                    <a:pt x="78856" y="0"/>
                    <a:pt x="101600" y="22744"/>
                    <a:pt x="101600" y="50800"/>
                  </a:cubicBezTo>
                  <a:lnTo>
                    <a:pt x="101600" y="965200"/>
                  </a:lnTo>
                  <a:cubicBezTo>
                    <a:pt x="101600" y="993256"/>
                    <a:pt x="78856" y="1016000"/>
                    <a:pt x="50800" y="1016000"/>
                  </a:cubicBezTo>
                  <a:lnTo>
                    <a:pt x="50800" y="1016000"/>
                  </a:lnTo>
                  <a:cubicBezTo>
                    <a:pt x="22744" y="1016000"/>
                    <a:pt x="0" y="993256"/>
                    <a:pt x="0" y="965200"/>
                  </a:cubicBezTo>
                  <a:lnTo>
                    <a:pt x="0" y="50800"/>
                  </a:ln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3D8B8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3" name="TextBox 123"/>
            <p:cNvSpPr txBox="1"/>
            <p:nvPr/>
          </p:nvSpPr>
          <p:spPr>
            <a:xfrm>
              <a:off x="0" y="-38100"/>
              <a:ext cx="101600" cy="105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24" name="Group 124"/>
          <p:cNvGrpSpPr/>
          <p:nvPr/>
        </p:nvGrpSpPr>
        <p:grpSpPr>
          <a:xfrm>
            <a:off x="11523245" y="4076700"/>
            <a:ext cx="76200" cy="990600"/>
            <a:chOff x="0" y="0"/>
            <a:chExt cx="101600" cy="1320800"/>
          </a:xfrm>
        </p:grpSpPr>
        <p:sp>
          <p:nvSpPr>
            <p:cNvPr id="125" name="Freeform 125"/>
            <p:cNvSpPr/>
            <p:nvPr/>
          </p:nvSpPr>
          <p:spPr>
            <a:xfrm>
              <a:off x="0" y="0"/>
              <a:ext cx="101600" cy="1320800"/>
            </a:xfrm>
            <a:custGeom>
              <a:avLst/>
              <a:gdLst/>
              <a:ahLst/>
              <a:cxnLst/>
              <a:rect l="l" t="t" r="r" b="b"/>
              <a:pathLst>
                <a:path w="101600" h="1320800">
                  <a:moveTo>
                    <a:pt x="50800" y="0"/>
                  </a:moveTo>
                  <a:lnTo>
                    <a:pt x="50800" y="0"/>
                  </a:lnTo>
                  <a:cubicBezTo>
                    <a:pt x="78856" y="0"/>
                    <a:pt x="101600" y="22744"/>
                    <a:pt x="101600" y="50800"/>
                  </a:cubicBezTo>
                  <a:lnTo>
                    <a:pt x="101600" y="1270000"/>
                  </a:lnTo>
                  <a:cubicBezTo>
                    <a:pt x="101600" y="1298056"/>
                    <a:pt x="78856" y="1320800"/>
                    <a:pt x="50800" y="1320800"/>
                  </a:cubicBezTo>
                  <a:lnTo>
                    <a:pt x="50800" y="1320800"/>
                  </a:lnTo>
                  <a:cubicBezTo>
                    <a:pt x="22744" y="1320800"/>
                    <a:pt x="0" y="1298056"/>
                    <a:pt x="0" y="1270000"/>
                  </a:cubicBezTo>
                  <a:lnTo>
                    <a:pt x="0" y="50800"/>
                  </a:ln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E07A5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6" name="TextBox 126"/>
            <p:cNvSpPr txBox="1"/>
            <p:nvPr/>
          </p:nvSpPr>
          <p:spPr>
            <a:xfrm>
              <a:off x="0" y="-38100"/>
              <a:ext cx="101600" cy="1358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27" name="Group 127"/>
          <p:cNvGrpSpPr/>
          <p:nvPr/>
        </p:nvGrpSpPr>
        <p:grpSpPr>
          <a:xfrm>
            <a:off x="11749839" y="4114800"/>
            <a:ext cx="76200" cy="914400"/>
            <a:chOff x="0" y="0"/>
            <a:chExt cx="101600" cy="1219200"/>
          </a:xfrm>
        </p:grpSpPr>
        <p:sp>
          <p:nvSpPr>
            <p:cNvPr id="128" name="Freeform 128"/>
            <p:cNvSpPr/>
            <p:nvPr/>
          </p:nvSpPr>
          <p:spPr>
            <a:xfrm>
              <a:off x="0" y="0"/>
              <a:ext cx="101600" cy="1219200"/>
            </a:xfrm>
            <a:custGeom>
              <a:avLst/>
              <a:gdLst/>
              <a:ahLst/>
              <a:cxnLst/>
              <a:rect l="l" t="t" r="r" b="b"/>
              <a:pathLst>
                <a:path w="101600" h="1219200">
                  <a:moveTo>
                    <a:pt x="50800" y="0"/>
                  </a:moveTo>
                  <a:lnTo>
                    <a:pt x="50800" y="0"/>
                  </a:lnTo>
                  <a:cubicBezTo>
                    <a:pt x="78856" y="0"/>
                    <a:pt x="101600" y="22744"/>
                    <a:pt x="101600" y="50800"/>
                  </a:cubicBezTo>
                  <a:lnTo>
                    <a:pt x="101600" y="1168400"/>
                  </a:lnTo>
                  <a:cubicBezTo>
                    <a:pt x="101600" y="1196456"/>
                    <a:pt x="78856" y="1219200"/>
                    <a:pt x="50800" y="1219200"/>
                  </a:cubicBezTo>
                  <a:lnTo>
                    <a:pt x="50800" y="1219200"/>
                  </a:lnTo>
                  <a:cubicBezTo>
                    <a:pt x="22744" y="1219200"/>
                    <a:pt x="0" y="1196456"/>
                    <a:pt x="0" y="1168400"/>
                  </a:cubicBezTo>
                  <a:lnTo>
                    <a:pt x="0" y="50800"/>
                  </a:ln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E07A5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9" name="TextBox 129"/>
            <p:cNvSpPr txBox="1"/>
            <p:nvPr/>
          </p:nvSpPr>
          <p:spPr>
            <a:xfrm>
              <a:off x="0" y="-38100"/>
              <a:ext cx="101600" cy="1257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30" name="Group 130"/>
          <p:cNvGrpSpPr/>
          <p:nvPr/>
        </p:nvGrpSpPr>
        <p:grpSpPr>
          <a:xfrm>
            <a:off x="11976434" y="4019550"/>
            <a:ext cx="76200" cy="1104900"/>
            <a:chOff x="0" y="0"/>
            <a:chExt cx="101600" cy="1473200"/>
          </a:xfrm>
        </p:grpSpPr>
        <p:sp>
          <p:nvSpPr>
            <p:cNvPr id="131" name="Freeform 131"/>
            <p:cNvSpPr/>
            <p:nvPr/>
          </p:nvSpPr>
          <p:spPr>
            <a:xfrm>
              <a:off x="0" y="0"/>
              <a:ext cx="101600" cy="1473200"/>
            </a:xfrm>
            <a:custGeom>
              <a:avLst/>
              <a:gdLst/>
              <a:ahLst/>
              <a:cxnLst/>
              <a:rect l="l" t="t" r="r" b="b"/>
              <a:pathLst>
                <a:path w="101600" h="1473200">
                  <a:moveTo>
                    <a:pt x="50800" y="0"/>
                  </a:moveTo>
                  <a:lnTo>
                    <a:pt x="50800" y="0"/>
                  </a:lnTo>
                  <a:cubicBezTo>
                    <a:pt x="78856" y="0"/>
                    <a:pt x="101600" y="22744"/>
                    <a:pt x="101600" y="50800"/>
                  </a:cubicBezTo>
                  <a:lnTo>
                    <a:pt x="101600" y="1422400"/>
                  </a:lnTo>
                  <a:cubicBezTo>
                    <a:pt x="101600" y="1450456"/>
                    <a:pt x="78856" y="1473200"/>
                    <a:pt x="50800" y="1473200"/>
                  </a:cubicBezTo>
                  <a:lnTo>
                    <a:pt x="50800" y="1473200"/>
                  </a:lnTo>
                  <a:cubicBezTo>
                    <a:pt x="22744" y="1473200"/>
                    <a:pt x="0" y="1450456"/>
                    <a:pt x="0" y="1422400"/>
                  </a:cubicBezTo>
                  <a:lnTo>
                    <a:pt x="0" y="50800"/>
                  </a:ln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E07A5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2" name="TextBox 132"/>
            <p:cNvSpPr txBox="1"/>
            <p:nvPr/>
          </p:nvSpPr>
          <p:spPr>
            <a:xfrm>
              <a:off x="0" y="-38100"/>
              <a:ext cx="101600" cy="1511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33" name="Group 133"/>
          <p:cNvGrpSpPr/>
          <p:nvPr/>
        </p:nvGrpSpPr>
        <p:grpSpPr>
          <a:xfrm>
            <a:off x="12203029" y="4133850"/>
            <a:ext cx="76200" cy="876300"/>
            <a:chOff x="0" y="0"/>
            <a:chExt cx="101600" cy="1168400"/>
          </a:xfrm>
        </p:grpSpPr>
        <p:sp>
          <p:nvSpPr>
            <p:cNvPr id="134" name="Freeform 134"/>
            <p:cNvSpPr/>
            <p:nvPr/>
          </p:nvSpPr>
          <p:spPr>
            <a:xfrm>
              <a:off x="0" y="0"/>
              <a:ext cx="101600" cy="1168400"/>
            </a:xfrm>
            <a:custGeom>
              <a:avLst/>
              <a:gdLst/>
              <a:ahLst/>
              <a:cxnLst/>
              <a:rect l="l" t="t" r="r" b="b"/>
              <a:pathLst>
                <a:path w="101600" h="1168400">
                  <a:moveTo>
                    <a:pt x="50800" y="0"/>
                  </a:moveTo>
                  <a:lnTo>
                    <a:pt x="50800" y="0"/>
                  </a:lnTo>
                  <a:cubicBezTo>
                    <a:pt x="78856" y="0"/>
                    <a:pt x="101600" y="22744"/>
                    <a:pt x="101600" y="50800"/>
                  </a:cubicBezTo>
                  <a:lnTo>
                    <a:pt x="101600" y="1117600"/>
                  </a:lnTo>
                  <a:cubicBezTo>
                    <a:pt x="101600" y="1145656"/>
                    <a:pt x="78856" y="1168400"/>
                    <a:pt x="50800" y="1168400"/>
                  </a:cubicBezTo>
                  <a:lnTo>
                    <a:pt x="50800" y="1168400"/>
                  </a:lnTo>
                  <a:cubicBezTo>
                    <a:pt x="22744" y="1168400"/>
                    <a:pt x="0" y="1145656"/>
                    <a:pt x="0" y="1117600"/>
                  </a:cubicBezTo>
                  <a:lnTo>
                    <a:pt x="0" y="50800"/>
                  </a:ln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E07A5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5" name="TextBox 135"/>
            <p:cNvSpPr txBox="1"/>
            <p:nvPr/>
          </p:nvSpPr>
          <p:spPr>
            <a:xfrm>
              <a:off x="0" y="-38100"/>
              <a:ext cx="101600" cy="1206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36" name="Group 136"/>
          <p:cNvGrpSpPr/>
          <p:nvPr/>
        </p:nvGrpSpPr>
        <p:grpSpPr>
          <a:xfrm>
            <a:off x="12429624" y="3981450"/>
            <a:ext cx="76200" cy="1181100"/>
            <a:chOff x="0" y="0"/>
            <a:chExt cx="101600" cy="1574800"/>
          </a:xfrm>
        </p:grpSpPr>
        <p:sp>
          <p:nvSpPr>
            <p:cNvPr id="137" name="Freeform 137"/>
            <p:cNvSpPr/>
            <p:nvPr/>
          </p:nvSpPr>
          <p:spPr>
            <a:xfrm>
              <a:off x="0" y="0"/>
              <a:ext cx="101600" cy="1574800"/>
            </a:xfrm>
            <a:custGeom>
              <a:avLst/>
              <a:gdLst/>
              <a:ahLst/>
              <a:cxnLst/>
              <a:rect l="l" t="t" r="r" b="b"/>
              <a:pathLst>
                <a:path w="101600" h="1574800">
                  <a:moveTo>
                    <a:pt x="50800" y="0"/>
                  </a:moveTo>
                  <a:lnTo>
                    <a:pt x="50800" y="0"/>
                  </a:lnTo>
                  <a:cubicBezTo>
                    <a:pt x="78856" y="0"/>
                    <a:pt x="101600" y="22744"/>
                    <a:pt x="101600" y="50800"/>
                  </a:cubicBezTo>
                  <a:lnTo>
                    <a:pt x="101600" y="1524000"/>
                  </a:lnTo>
                  <a:cubicBezTo>
                    <a:pt x="101600" y="1552056"/>
                    <a:pt x="78856" y="1574800"/>
                    <a:pt x="50800" y="1574800"/>
                  </a:cubicBezTo>
                  <a:lnTo>
                    <a:pt x="50800" y="1574800"/>
                  </a:lnTo>
                  <a:cubicBezTo>
                    <a:pt x="22744" y="1574800"/>
                    <a:pt x="0" y="1552056"/>
                    <a:pt x="0" y="1524000"/>
                  </a:cubicBezTo>
                  <a:lnTo>
                    <a:pt x="0" y="50800"/>
                  </a:ln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E07A5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8" name="TextBox 138"/>
            <p:cNvSpPr txBox="1"/>
            <p:nvPr/>
          </p:nvSpPr>
          <p:spPr>
            <a:xfrm>
              <a:off x="0" y="-38100"/>
              <a:ext cx="101600" cy="1612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39" name="Group 139"/>
          <p:cNvGrpSpPr/>
          <p:nvPr/>
        </p:nvGrpSpPr>
        <p:grpSpPr>
          <a:xfrm>
            <a:off x="12656218" y="4057650"/>
            <a:ext cx="76200" cy="1028700"/>
            <a:chOff x="0" y="0"/>
            <a:chExt cx="101600" cy="1371600"/>
          </a:xfrm>
        </p:grpSpPr>
        <p:sp>
          <p:nvSpPr>
            <p:cNvPr id="140" name="Freeform 140"/>
            <p:cNvSpPr/>
            <p:nvPr/>
          </p:nvSpPr>
          <p:spPr>
            <a:xfrm>
              <a:off x="0" y="0"/>
              <a:ext cx="101600" cy="1371600"/>
            </a:xfrm>
            <a:custGeom>
              <a:avLst/>
              <a:gdLst/>
              <a:ahLst/>
              <a:cxnLst/>
              <a:rect l="l" t="t" r="r" b="b"/>
              <a:pathLst>
                <a:path w="101600" h="1371600">
                  <a:moveTo>
                    <a:pt x="50800" y="0"/>
                  </a:moveTo>
                  <a:lnTo>
                    <a:pt x="50800" y="0"/>
                  </a:lnTo>
                  <a:cubicBezTo>
                    <a:pt x="78856" y="0"/>
                    <a:pt x="101600" y="22744"/>
                    <a:pt x="101600" y="50800"/>
                  </a:cubicBezTo>
                  <a:lnTo>
                    <a:pt x="101600" y="1320800"/>
                  </a:lnTo>
                  <a:cubicBezTo>
                    <a:pt x="101600" y="1348856"/>
                    <a:pt x="78856" y="1371600"/>
                    <a:pt x="50800" y="1371600"/>
                  </a:cubicBezTo>
                  <a:lnTo>
                    <a:pt x="50800" y="1371600"/>
                  </a:lnTo>
                  <a:cubicBezTo>
                    <a:pt x="22744" y="1371600"/>
                    <a:pt x="0" y="1348856"/>
                    <a:pt x="0" y="1320800"/>
                  </a:cubicBezTo>
                  <a:lnTo>
                    <a:pt x="0" y="50800"/>
                  </a:ln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E07A5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1" name="TextBox 141"/>
            <p:cNvSpPr txBox="1"/>
            <p:nvPr/>
          </p:nvSpPr>
          <p:spPr>
            <a:xfrm>
              <a:off x="0" y="-38100"/>
              <a:ext cx="101600" cy="1409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42" name="Group 142"/>
          <p:cNvGrpSpPr/>
          <p:nvPr/>
        </p:nvGrpSpPr>
        <p:grpSpPr>
          <a:xfrm>
            <a:off x="12882813" y="4010025"/>
            <a:ext cx="76200" cy="1123950"/>
            <a:chOff x="0" y="0"/>
            <a:chExt cx="101600" cy="1498600"/>
          </a:xfrm>
        </p:grpSpPr>
        <p:sp>
          <p:nvSpPr>
            <p:cNvPr id="143" name="Freeform 143"/>
            <p:cNvSpPr/>
            <p:nvPr/>
          </p:nvSpPr>
          <p:spPr>
            <a:xfrm>
              <a:off x="0" y="0"/>
              <a:ext cx="101600" cy="1498600"/>
            </a:xfrm>
            <a:custGeom>
              <a:avLst/>
              <a:gdLst/>
              <a:ahLst/>
              <a:cxnLst/>
              <a:rect l="l" t="t" r="r" b="b"/>
              <a:pathLst>
                <a:path w="101600" h="1498600">
                  <a:moveTo>
                    <a:pt x="50800" y="0"/>
                  </a:moveTo>
                  <a:lnTo>
                    <a:pt x="50800" y="0"/>
                  </a:lnTo>
                  <a:cubicBezTo>
                    <a:pt x="78856" y="0"/>
                    <a:pt x="101600" y="22744"/>
                    <a:pt x="101600" y="50800"/>
                  </a:cubicBezTo>
                  <a:lnTo>
                    <a:pt x="101600" y="1447800"/>
                  </a:lnTo>
                  <a:cubicBezTo>
                    <a:pt x="101600" y="1475856"/>
                    <a:pt x="78856" y="1498600"/>
                    <a:pt x="50800" y="1498600"/>
                  </a:cubicBezTo>
                  <a:lnTo>
                    <a:pt x="50800" y="1498600"/>
                  </a:lnTo>
                  <a:cubicBezTo>
                    <a:pt x="22744" y="1498600"/>
                    <a:pt x="0" y="1475856"/>
                    <a:pt x="0" y="1447800"/>
                  </a:cubicBezTo>
                  <a:lnTo>
                    <a:pt x="0" y="50800"/>
                  </a:ln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E07A5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4" name="TextBox 144"/>
            <p:cNvSpPr txBox="1"/>
            <p:nvPr/>
          </p:nvSpPr>
          <p:spPr>
            <a:xfrm>
              <a:off x="0" y="-38100"/>
              <a:ext cx="101600" cy="1536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45" name="Group 145"/>
          <p:cNvGrpSpPr/>
          <p:nvPr/>
        </p:nvGrpSpPr>
        <p:grpSpPr>
          <a:xfrm>
            <a:off x="13109408" y="4095750"/>
            <a:ext cx="76200" cy="952500"/>
            <a:chOff x="0" y="0"/>
            <a:chExt cx="101600" cy="1270000"/>
          </a:xfrm>
        </p:grpSpPr>
        <p:sp>
          <p:nvSpPr>
            <p:cNvPr id="146" name="Freeform 146"/>
            <p:cNvSpPr/>
            <p:nvPr/>
          </p:nvSpPr>
          <p:spPr>
            <a:xfrm>
              <a:off x="0" y="0"/>
              <a:ext cx="101600" cy="1270000"/>
            </a:xfrm>
            <a:custGeom>
              <a:avLst/>
              <a:gdLst/>
              <a:ahLst/>
              <a:cxnLst/>
              <a:rect l="l" t="t" r="r" b="b"/>
              <a:pathLst>
                <a:path w="101600" h="1270000">
                  <a:moveTo>
                    <a:pt x="50800" y="0"/>
                  </a:moveTo>
                  <a:lnTo>
                    <a:pt x="50800" y="0"/>
                  </a:lnTo>
                  <a:cubicBezTo>
                    <a:pt x="78856" y="0"/>
                    <a:pt x="101600" y="22744"/>
                    <a:pt x="101600" y="50800"/>
                  </a:cubicBezTo>
                  <a:lnTo>
                    <a:pt x="101600" y="1219200"/>
                  </a:lnTo>
                  <a:cubicBezTo>
                    <a:pt x="101600" y="1247256"/>
                    <a:pt x="78856" y="1270000"/>
                    <a:pt x="50800" y="1270000"/>
                  </a:cubicBezTo>
                  <a:lnTo>
                    <a:pt x="50800" y="1270000"/>
                  </a:lnTo>
                  <a:cubicBezTo>
                    <a:pt x="22744" y="1270000"/>
                    <a:pt x="0" y="1247256"/>
                    <a:pt x="0" y="1219200"/>
                  </a:cubicBezTo>
                  <a:lnTo>
                    <a:pt x="0" y="50800"/>
                  </a:ln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E07A5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7" name="TextBox 147"/>
            <p:cNvSpPr txBox="1"/>
            <p:nvPr/>
          </p:nvSpPr>
          <p:spPr>
            <a:xfrm>
              <a:off x="0" y="-38100"/>
              <a:ext cx="101600" cy="1308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48" name="Group 148"/>
          <p:cNvGrpSpPr/>
          <p:nvPr/>
        </p:nvGrpSpPr>
        <p:grpSpPr>
          <a:xfrm>
            <a:off x="13336003" y="3971925"/>
            <a:ext cx="76200" cy="1200150"/>
            <a:chOff x="0" y="0"/>
            <a:chExt cx="101600" cy="1600200"/>
          </a:xfrm>
        </p:grpSpPr>
        <p:sp>
          <p:nvSpPr>
            <p:cNvPr id="149" name="Freeform 149"/>
            <p:cNvSpPr/>
            <p:nvPr/>
          </p:nvSpPr>
          <p:spPr>
            <a:xfrm>
              <a:off x="0" y="0"/>
              <a:ext cx="101600" cy="1600200"/>
            </a:xfrm>
            <a:custGeom>
              <a:avLst/>
              <a:gdLst/>
              <a:ahLst/>
              <a:cxnLst/>
              <a:rect l="l" t="t" r="r" b="b"/>
              <a:pathLst>
                <a:path w="101600" h="1600200">
                  <a:moveTo>
                    <a:pt x="50800" y="0"/>
                  </a:moveTo>
                  <a:lnTo>
                    <a:pt x="50800" y="0"/>
                  </a:lnTo>
                  <a:cubicBezTo>
                    <a:pt x="78856" y="0"/>
                    <a:pt x="101600" y="22744"/>
                    <a:pt x="101600" y="50800"/>
                  </a:cubicBezTo>
                  <a:lnTo>
                    <a:pt x="101600" y="1549400"/>
                  </a:lnTo>
                  <a:cubicBezTo>
                    <a:pt x="101600" y="1577456"/>
                    <a:pt x="78856" y="1600200"/>
                    <a:pt x="50800" y="1600200"/>
                  </a:cubicBezTo>
                  <a:lnTo>
                    <a:pt x="50800" y="1600200"/>
                  </a:lnTo>
                  <a:cubicBezTo>
                    <a:pt x="22744" y="1600200"/>
                    <a:pt x="0" y="1577456"/>
                    <a:pt x="0" y="1549400"/>
                  </a:cubicBezTo>
                  <a:lnTo>
                    <a:pt x="0" y="50800"/>
                  </a:ln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E07A5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0" name="TextBox 150"/>
            <p:cNvSpPr txBox="1"/>
            <p:nvPr/>
          </p:nvSpPr>
          <p:spPr>
            <a:xfrm>
              <a:off x="0" y="-38100"/>
              <a:ext cx="101600" cy="163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51" name="Group 151"/>
          <p:cNvGrpSpPr/>
          <p:nvPr/>
        </p:nvGrpSpPr>
        <p:grpSpPr>
          <a:xfrm>
            <a:off x="13562597" y="4124325"/>
            <a:ext cx="76200" cy="895350"/>
            <a:chOff x="0" y="0"/>
            <a:chExt cx="101600" cy="1193800"/>
          </a:xfrm>
        </p:grpSpPr>
        <p:sp>
          <p:nvSpPr>
            <p:cNvPr id="152" name="Freeform 152"/>
            <p:cNvSpPr/>
            <p:nvPr/>
          </p:nvSpPr>
          <p:spPr>
            <a:xfrm>
              <a:off x="0" y="0"/>
              <a:ext cx="101600" cy="1193800"/>
            </a:xfrm>
            <a:custGeom>
              <a:avLst/>
              <a:gdLst/>
              <a:ahLst/>
              <a:cxnLst/>
              <a:rect l="l" t="t" r="r" b="b"/>
              <a:pathLst>
                <a:path w="101600" h="1193800">
                  <a:moveTo>
                    <a:pt x="50800" y="0"/>
                  </a:moveTo>
                  <a:lnTo>
                    <a:pt x="50800" y="0"/>
                  </a:lnTo>
                  <a:cubicBezTo>
                    <a:pt x="78856" y="0"/>
                    <a:pt x="101600" y="22744"/>
                    <a:pt x="101600" y="50800"/>
                  </a:cubicBezTo>
                  <a:lnTo>
                    <a:pt x="101600" y="1143000"/>
                  </a:lnTo>
                  <a:cubicBezTo>
                    <a:pt x="101600" y="1171056"/>
                    <a:pt x="78856" y="1193800"/>
                    <a:pt x="50800" y="1193800"/>
                  </a:cubicBezTo>
                  <a:lnTo>
                    <a:pt x="50800" y="1193800"/>
                  </a:lnTo>
                  <a:cubicBezTo>
                    <a:pt x="22744" y="1193800"/>
                    <a:pt x="0" y="1171056"/>
                    <a:pt x="0" y="1143000"/>
                  </a:cubicBezTo>
                  <a:lnTo>
                    <a:pt x="0" y="50800"/>
                  </a:ln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E07A5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3" name="TextBox 153"/>
            <p:cNvSpPr txBox="1"/>
            <p:nvPr/>
          </p:nvSpPr>
          <p:spPr>
            <a:xfrm>
              <a:off x="0" y="-38100"/>
              <a:ext cx="101600" cy="1231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54" name="Group 154"/>
          <p:cNvGrpSpPr/>
          <p:nvPr/>
        </p:nvGrpSpPr>
        <p:grpSpPr>
          <a:xfrm>
            <a:off x="13789192" y="4038600"/>
            <a:ext cx="76200" cy="1066800"/>
            <a:chOff x="0" y="0"/>
            <a:chExt cx="101600" cy="1422400"/>
          </a:xfrm>
        </p:grpSpPr>
        <p:sp>
          <p:nvSpPr>
            <p:cNvPr id="155" name="Freeform 155"/>
            <p:cNvSpPr/>
            <p:nvPr/>
          </p:nvSpPr>
          <p:spPr>
            <a:xfrm>
              <a:off x="0" y="0"/>
              <a:ext cx="101600" cy="1422400"/>
            </a:xfrm>
            <a:custGeom>
              <a:avLst/>
              <a:gdLst/>
              <a:ahLst/>
              <a:cxnLst/>
              <a:rect l="l" t="t" r="r" b="b"/>
              <a:pathLst>
                <a:path w="101600" h="1422400">
                  <a:moveTo>
                    <a:pt x="50800" y="0"/>
                  </a:moveTo>
                  <a:lnTo>
                    <a:pt x="50800" y="0"/>
                  </a:lnTo>
                  <a:cubicBezTo>
                    <a:pt x="78856" y="0"/>
                    <a:pt x="101600" y="22744"/>
                    <a:pt x="101600" y="50800"/>
                  </a:cubicBezTo>
                  <a:lnTo>
                    <a:pt x="101600" y="1371600"/>
                  </a:lnTo>
                  <a:cubicBezTo>
                    <a:pt x="101600" y="1399656"/>
                    <a:pt x="78856" y="1422400"/>
                    <a:pt x="50800" y="1422400"/>
                  </a:cubicBezTo>
                  <a:lnTo>
                    <a:pt x="50800" y="1422400"/>
                  </a:lnTo>
                  <a:cubicBezTo>
                    <a:pt x="22744" y="1422400"/>
                    <a:pt x="0" y="1399656"/>
                    <a:pt x="0" y="1371600"/>
                  </a:cubicBezTo>
                  <a:lnTo>
                    <a:pt x="0" y="50800"/>
                  </a:ln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E07A5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6" name="TextBox 156"/>
            <p:cNvSpPr txBox="1"/>
            <p:nvPr/>
          </p:nvSpPr>
          <p:spPr>
            <a:xfrm>
              <a:off x="0" y="-38100"/>
              <a:ext cx="101600" cy="1460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57" name="Group 157"/>
          <p:cNvGrpSpPr/>
          <p:nvPr/>
        </p:nvGrpSpPr>
        <p:grpSpPr>
          <a:xfrm>
            <a:off x="14015787" y="3990975"/>
            <a:ext cx="76200" cy="1162050"/>
            <a:chOff x="0" y="0"/>
            <a:chExt cx="101600" cy="1549400"/>
          </a:xfrm>
        </p:grpSpPr>
        <p:sp>
          <p:nvSpPr>
            <p:cNvPr id="158" name="Freeform 158"/>
            <p:cNvSpPr/>
            <p:nvPr/>
          </p:nvSpPr>
          <p:spPr>
            <a:xfrm>
              <a:off x="0" y="0"/>
              <a:ext cx="101600" cy="1549400"/>
            </a:xfrm>
            <a:custGeom>
              <a:avLst/>
              <a:gdLst/>
              <a:ahLst/>
              <a:cxnLst/>
              <a:rect l="l" t="t" r="r" b="b"/>
              <a:pathLst>
                <a:path w="101600" h="1549400">
                  <a:moveTo>
                    <a:pt x="50800" y="0"/>
                  </a:moveTo>
                  <a:lnTo>
                    <a:pt x="50800" y="0"/>
                  </a:lnTo>
                  <a:cubicBezTo>
                    <a:pt x="78856" y="0"/>
                    <a:pt x="101600" y="22744"/>
                    <a:pt x="101600" y="50800"/>
                  </a:cubicBezTo>
                  <a:lnTo>
                    <a:pt x="101600" y="1498600"/>
                  </a:lnTo>
                  <a:cubicBezTo>
                    <a:pt x="101600" y="1526656"/>
                    <a:pt x="78856" y="1549400"/>
                    <a:pt x="50800" y="1549400"/>
                  </a:cubicBezTo>
                  <a:lnTo>
                    <a:pt x="50800" y="1549400"/>
                  </a:lnTo>
                  <a:cubicBezTo>
                    <a:pt x="22744" y="1549400"/>
                    <a:pt x="0" y="1526656"/>
                    <a:pt x="0" y="1498600"/>
                  </a:cubicBezTo>
                  <a:lnTo>
                    <a:pt x="0" y="50800"/>
                  </a:ln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E07A5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9" name="TextBox 159"/>
            <p:cNvSpPr txBox="1"/>
            <p:nvPr/>
          </p:nvSpPr>
          <p:spPr>
            <a:xfrm>
              <a:off x="0" y="-38100"/>
              <a:ext cx="101600" cy="1587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60" name="Group 160"/>
          <p:cNvGrpSpPr/>
          <p:nvPr/>
        </p:nvGrpSpPr>
        <p:grpSpPr>
          <a:xfrm>
            <a:off x="14242382" y="4086225"/>
            <a:ext cx="76200" cy="971550"/>
            <a:chOff x="0" y="0"/>
            <a:chExt cx="101600" cy="1295400"/>
          </a:xfrm>
        </p:grpSpPr>
        <p:sp>
          <p:nvSpPr>
            <p:cNvPr id="161" name="Freeform 161"/>
            <p:cNvSpPr/>
            <p:nvPr/>
          </p:nvSpPr>
          <p:spPr>
            <a:xfrm>
              <a:off x="0" y="0"/>
              <a:ext cx="101600" cy="1295400"/>
            </a:xfrm>
            <a:custGeom>
              <a:avLst/>
              <a:gdLst/>
              <a:ahLst/>
              <a:cxnLst/>
              <a:rect l="l" t="t" r="r" b="b"/>
              <a:pathLst>
                <a:path w="101600" h="1295400">
                  <a:moveTo>
                    <a:pt x="50800" y="0"/>
                  </a:moveTo>
                  <a:lnTo>
                    <a:pt x="50800" y="0"/>
                  </a:lnTo>
                  <a:cubicBezTo>
                    <a:pt x="78856" y="0"/>
                    <a:pt x="101600" y="22744"/>
                    <a:pt x="101600" y="50800"/>
                  </a:cubicBezTo>
                  <a:lnTo>
                    <a:pt x="101600" y="1244600"/>
                  </a:lnTo>
                  <a:cubicBezTo>
                    <a:pt x="101600" y="1272656"/>
                    <a:pt x="78856" y="1295400"/>
                    <a:pt x="50800" y="1295400"/>
                  </a:cubicBezTo>
                  <a:lnTo>
                    <a:pt x="50800" y="1295400"/>
                  </a:lnTo>
                  <a:cubicBezTo>
                    <a:pt x="22744" y="1295400"/>
                    <a:pt x="0" y="1272656"/>
                    <a:pt x="0" y="1244600"/>
                  </a:cubicBezTo>
                  <a:lnTo>
                    <a:pt x="0" y="50800"/>
                  </a:ln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E07A5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2" name="TextBox 162"/>
            <p:cNvSpPr txBox="1"/>
            <p:nvPr/>
          </p:nvSpPr>
          <p:spPr>
            <a:xfrm>
              <a:off x="0" y="-38100"/>
              <a:ext cx="101600" cy="1333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63" name="Group 163"/>
          <p:cNvGrpSpPr/>
          <p:nvPr/>
        </p:nvGrpSpPr>
        <p:grpSpPr>
          <a:xfrm>
            <a:off x="14468976" y="4000500"/>
            <a:ext cx="76200" cy="1143000"/>
            <a:chOff x="0" y="0"/>
            <a:chExt cx="101600" cy="1524000"/>
          </a:xfrm>
        </p:grpSpPr>
        <p:sp>
          <p:nvSpPr>
            <p:cNvPr id="164" name="Freeform 164"/>
            <p:cNvSpPr/>
            <p:nvPr/>
          </p:nvSpPr>
          <p:spPr>
            <a:xfrm>
              <a:off x="0" y="0"/>
              <a:ext cx="101600" cy="1524000"/>
            </a:xfrm>
            <a:custGeom>
              <a:avLst/>
              <a:gdLst/>
              <a:ahLst/>
              <a:cxnLst/>
              <a:rect l="l" t="t" r="r" b="b"/>
              <a:pathLst>
                <a:path w="101600" h="1524000">
                  <a:moveTo>
                    <a:pt x="50800" y="0"/>
                  </a:moveTo>
                  <a:lnTo>
                    <a:pt x="50800" y="0"/>
                  </a:lnTo>
                  <a:cubicBezTo>
                    <a:pt x="78856" y="0"/>
                    <a:pt x="101600" y="22744"/>
                    <a:pt x="101600" y="50800"/>
                  </a:cubicBezTo>
                  <a:lnTo>
                    <a:pt x="101600" y="1473200"/>
                  </a:lnTo>
                  <a:cubicBezTo>
                    <a:pt x="101600" y="1501256"/>
                    <a:pt x="78856" y="1524000"/>
                    <a:pt x="50800" y="1524000"/>
                  </a:cubicBezTo>
                  <a:lnTo>
                    <a:pt x="50800" y="1524000"/>
                  </a:lnTo>
                  <a:cubicBezTo>
                    <a:pt x="22744" y="1524000"/>
                    <a:pt x="0" y="1501256"/>
                    <a:pt x="0" y="1473200"/>
                  </a:cubicBezTo>
                  <a:lnTo>
                    <a:pt x="0" y="50800"/>
                  </a:ln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E07A5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5" name="TextBox 165"/>
            <p:cNvSpPr txBox="1"/>
            <p:nvPr/>
          </p:nvSpPr>
          <p:spPr>
            <a:xfrm>
              <a:off x="0" y="-38100"/>
              <a:ext cx="101600" cy="156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66" name="Group 166"/>
          <p:cNvGrpSpPr/>
          <p:nvPr/>
        </p:nvGrpSpPr>
        <p:grpSpPr>
          <a:xfrm>
            <a:off x="14695571" y="4048125"/>
            <a:ext cx="76200" cy="1047750"/>
            <a:chOff x="0" y="0"/>
            <a:chExt cx="101600" cy="1397000"/>
          </a:xfrm>
        </p:grpSpPr>
        <p:sp>
          <p:nvSpPr>
            <p:cNvPr id="167" name="Freeform 167"/>
            <p:cNvSpPr/>
            <p:nvPr/>
          </p:nvSpPr>
          <p:spPr>
            <a:xfrm>
              <a:off x="0" y="0"/>
              <a:ext cx="101600" cy="1397000"/>
            </a:xfrm>
            <a:custGeom>
              <a:avLst/>
              <a:gdLst/>
              <a:ahLst/>
              <a:cxnLst/>
              <a:rect l="l" t="t" r="r" b="b"/>
              <a:pathLst>
                <a:path w="101600" h="1397000">
                  <a:moveTo>
                    <a:pt x="50800" y="0"/>
                  </a:moveTo>
                  <a:lnTo>
                    <a:pt x="50800" y="0"/>
                  </a:lnTo>
                  <a:cubicBezTo>
                    <a:pt x="78856" y="0"/>
                    <a:pt x="101600" y="22744"/>
                    <a:pt x="101600" y="50800"/>
                  </a:cubicBezTo>
                  <a:lnTo>
                    <a:pt x="101600" y="1346200"/>
                  </a:lnTo>
                  <a:cubicBezTo>
                    <a:pt x="101600" y="1374256"/>
                    <a:pt x="78856" y="1397000"/>
                    <a:pt x="50800" y="1397000"/>
                  </a:cubicBezTo>
                  <a:lnTo>
                    <a:pt x="50800" y="1397000"/>
                  </a:lnTo>
                  <a:cubicBezTo>
                    <a:pt x="22744" y="1397000"/>
                    <a:pt x="0" y="1374256"/>
                    <a:pt x="0" y="1346200"/>
                  </a:cubicBezTo>
                  <a:lnTo>
                    <a:pt x="0" y="50800"/>
                  </a:ln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E07A5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8" name="TextBox 168"/>
            <p:cNvSpPr txBox="1"/>
            <p:nvPr/>
          </p:nvSpPr>
          <p:spPr>
            <a:xfrm>
              <a:off x="0" y="-38100"/>
              <a:ext cx="101600" cy="1435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69" name="Group 169"/>
          <p:cNvGrpSpPr/>
          <p:nvPr/>
        </p:nvGrpSpPr>
        <p:grpSpPr>
          <a:xfrm>
            <a:off x="14922166" y="3962400"/>
            <a:ext cx="76200" cy="1219200"/>
            <a:chOff x="0" y="0"/>
            <a:chExt cx="101600" cy="1625600"/>
          </a:xfrm>
        </p:grpSpPr>
        <p:sp>
          <p:nvSpPr>
            <p:cNvPr id="170" name="Freeform 170"/>
            <p:cNvSpPr/>
            <p:nvPr/>
          </p:nvSpPr>
          <p:spPr>
            <a:xfrm>
              <a:off x="0" y="0"/>
              <a:ext cx="101600" cy="1625600"/>
            </a:xfrm>
            <a:custGeom>
              <a:avLst/>
              <a:gdLst/>
              <a:ahLst/>
              <a:cxnLst/>
              <a:rect l="l" t="t" r="r" b="b"/>
              <a:pathLst>
                <a:path w="101600" h="1625600">
                  <a:moveTo>
                    <a:pt x="50800" y="0"/>
                  </a:moveTo>
                  <a:lnTo>
                    <a:pt x="50800" y="0"/>
                  </a:lnTo>
                  <a:cubicBezTo>
                    <a:pt x="78856" y="0"/>
                    <a:pt x="101600" y="22744"/>
                    <a:pt x="101600" y="50800"/>
                  </a:cubicBezTo>
                  <a:lnTo>
                    <a:pt x="101600" y="1574800"/>
                  </a:lnTo>
                  <a:cubicBezTo>
                    <a:pt x="101600" y="1602856"/>
                    <a:pt x="78856" y="1625600"/>
                    <a:pt x="50800" y="1625600"/>
                  </a:cubicBezTo>
                  <a:lnTo>
                    <a:pt x="50800" y="1625600"/>
                  </a:lnTo>
                  <a:cubicBezTo>
                    <a:pt x="22744" y="1625600"/>
                    <a:pt x="0" y="1602856"/>
                    <a:pt x="0" y="1574800"/>
                  </a:cubicBezTo>
                  <a:lnTo>
                    <a:pt x="0" y="50800"/>
                  </a:ln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E07A5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1" name="TextBox 171"/>
            <p:cNvSpPr txBox="1"/>
            <p:nvPr/>
          </p:nvSpPr>
          <p:spPr>
            <a:xfrm>
              <a:off x="0" y="-38100"/>
              <a:ext cx="101600" cy="1663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72" name="Group 172"/>
          <p:cNvGrpSpPr/>
          <p:nvPr/>
        </p:nvGrpSpPr>
        <p:grpSpPr>
          <a:xfrm>
            <a:off x="15148761" y="4105275"/>
            <a:ext cx="76200" cy="933450"/>
            <a:chOff x="0" y="0"/>
            <a:chExt cx="101600" cy="1244600"/>
          </a:xfrm>
        </p:grpSpPr>
        <p:sp>
          <p:nvSpPr>
            <p:cNvPr id="173" name="Freeform 173"/>
            <p:cNvSpPr/>
            <p:nvPr/>
          </p:nvSpPr>
          <p:spPr>
            <a:xfrm>
              <a:off x="0" y="0"/>
              <a:ext cx="101600" cy="1244600"/>
            </a:xfrm>
            <a:custGeom>
              <a:avLst/>
              <a:gdLst/>
              <a:ahLst/>
              <a:cxnLst/>
              <a:rect l="l" t="t" r="r" b="b"/>
              <a:pathLst>
                <a:path w="101600" h="1244600">
                  <a:moveTo>
                    <a:pt x="50800" y="0"/>
                  </a:moveTo>
                  <a:lnTo>
                    <a:pt x="50800" y="0"/>
                  </a:lnTo>
                  <a:cubicBezTo>
                    <a:pt x="78856" y="0"/>
                    <a:pt x="101600" y="22744"/>
                    <a:pt x="101600" y="50800"/>
                  </a:cubicBezTo>
                  <a:lnTo>
                    <a:pt x="101600" y="1193800"/>
                  </a:lnTo>
                  <a:cubicBezTo>
                    <a:pt x="101600" y="1221856"/>
                    <a:pt x="78856" y="1244600"/>
                    <a:pt x="50800" y="1244600"/>
                  </a:cubicBezTo>
                  <a:lnTo>
                    <a:pt x="50800" y="1244600"/>
                  </a:lnTo>
                  <a:cubicBezTo>
                    <a:pt x="22744" y="1244600"/>
                    <a:pt x="0" y="1221856"/>
                    <a:pt x="0" y="1193800"/>
                  </a:cubicBezTo>
                  <a:lnTo>
                    <a:pt x="0" y="50800"/>
                  </a:ln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E07A5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4" name="TextBox 174"/>
            <p:cNvSpPr txBox="1"/>
            <p:nvPr/>
          </p:nvSpPr>
          <p:spPr>
            <a:xfrm>
              <a:off x="0" y="-38100"/>
              <a:ext cx="101600" cy="1282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75" name="Group 175"/>
          <p:cNvGrpSpPr/>
          <p:nvPr/>
        </p:nvGrpSpPr>
        <p:grpSpPr>
          <a:xfrm>
            <a:off x="15375355" y="4019550"/>
            <a:ext cx="76200" cy="1104900"/>
            <a:chOff x="0" y="0"/>
            <a:chExt cx="101600" cy="1473200"/>
          </a:xfrm>
        </p:grpSpPr>
        <p:sp>
          <p:nvSpPr>
            <p:cNvPr id="176" name="Freeform 176"/>
            <p:cNvSpPr/>
            <p:nvPr/>
          </p:nvSpPr>
          <p:spPr>
            <a:xfrm>
              <a:off x="0" y="0"/>
              <a:ext cx="101600" cy="1473200"/>
            </a:xfrm>
            <a:custGeom>
              <a:avLst/>
              <a:gdLst/>
              <a:ahLst/>
              <a:cxnLst/>
              <a:rect l="l" t="t" r="r" b="b"/>
              <a:pathLst>
                <a:path w="101600" h="1473200">
                  <a:moveTo>
                    <a:pt x="50800" y="0"/>
                  </a:moveTo>
                  <a:lnTo>
                    <a:pt x="50800" y="0"/>
                  </a:lnTo>
                  <a:cubicBezTo>
                    <a:pt x="78856" y="0"/>
                    <a:pt x="101600" y="22744"/>
                    <a:pt x="101600" y="50800"/>
                  </a:cubicBezTo>
                  <a:lnTo>
                    <a:pt x="101600" y="1422400"/>
                  </a:lnTo>
                  <a:cubicBezTo>
                    <a:pt x="101600" y="1450456"/>
                    <a:pt x="78856" y="1473200"/>
                    <a:pt x="50800" y="1473200"/>
                  </a:cubicBezTo>
                  <a:lnTo>
                    <a:pt x="50800" y="1473200"/>
                  </a:lnTo>
                  <a:cubicBezTo>
                    <a:pt x="22744" y="1473200"/>
                    <a:pt x="0" y="1450456"/>
                    <a:pt x="0" y="1422400"/>
                  </a:cubicBezTo>
                  <a:lnTo>
                    <a:pt x="0" y="50800"/>
                  </a:ln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E07A5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7" name="TextBox 177"/>
            <p:cNvSpPr txBox="1"/>
            <p:nvPr/>
          </p:nvSpPr>
          <p:spPr>
            <a:xfrm>
              <a:off x="0" y="-38100"/>
              <a:ext cx="101600" cy="1511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78" name="Group 178"/>
          <p:cNvGrpSpPr/>
          <p:nvPr/>
        </p:nvGrpSpPr>
        <p:grpSpPr>
          <a:xfrm>
            <a:off x="15601950" y="3981450"/>
            <a:ext cx="76200" cy="1181100"/>
            <a:chOff x="0" y="0"/>
            <a:chExt cx="101600" cy="1574800"/>
          </a:xfrm>
        </p:grpSpPr>
        <p:sp>
          <p:nvSpPr>
            <p:cNvPr id="179" name="Freeform 179"/>
            <p:cNvSpPr/>
            <p:nvPr/>
          </p:nvSpPr>
          <p:spPr>
            <a:xfrm>
              <a:off x="0" y="0"/>
              <a:ext cx="101600" cy="1574800"/>
            </a:xfrm>
            <a:custGeom>
              <a:avLst/>
              <a:gdLst/>
              <a:ahLst/>
              <a:cxnLst/>
              <a:rect l="l" t="t" r="r" b="b"/>
              <a:pathLst>
                <a:path w="101600" h="1574800">
                  <a:moveTo>
                    <a:pt x="50800" y="0"/>
                  </a:moveTo>
                  <a:lnTo>
                    <a:pt x="50800" y="0"/>
                  </a:lnTo>
                  <a:cubicBezTo>
                    <a:pt x="78856" y="0"/>
                    <a:pt x="101600" y="22744"/>
                    <a:pt x="101600" y="50800"/>
                  </a:cubicBezTo>
                  <a:lnTo>
                    <a:pt x="101600" y="1524000"/>
                  </a:lnTo>
                  <a:cubicBezTo>
                    <a:pt x="101600" y="1552056"/>
                    <a:pt x="78856" y="1574800"/>
                    <a:pt x="50800" y="1574800"/>
                  </a:cubicBezTo>
                  <a:lnTo>
                    <a:pt x="50800" y="1574800"/>
                  </a:lnTo>
                  <a:cubicBezTo>
                    <a:pt x="22744" y="1574800"/>
                    <a:pt x="0" y="1552056"/>
                    <a:pt x="0" y="1524000"/>
                  </a:cubicBezTo>
                  <a:lnTo>
                    <a:pt x="0" y="50800"/>
                  </a:ln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E07A5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0" name="TextBox 180"/>
            <p:cNvSpPr txBox="1"/>
            <p:nvPr/>
          </p:nvSpPr>
          <p:spPr>
            <a:xfrm>
              <a:off x="0" y="-38100"/>
              <a:ext cx="101600" cy="1612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81" name="Group 181"/>
          <p:cNvGrpSpPr/>
          <p:nvPr/>
        </p:nvGrpSpPr>
        <p:grpSpPr>
          <a:xfrm rot="1500000">
            <a:off x="16002000" y="4305300"/>
            <a:ext cx="171450" cy="171450"/>
            <a:chOff x="0" y="0"/>
            <a:chExt cx="228600" cy="228600"/>
          </a:xfrm>
        </p:grpSpPr>
        <p:sp>
          <p:nvSpPr>
            <p:cNvPr id="182" name="Freeform 182"/>
            <p:cNvSpPr/>
            <p:nvPr/>
          </p:nvSpPr>
          <p:spPr>
            <a:xfrm>
              <a:off x="0" y="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114300" y="0"/>
                  </a:moveTo>
                  <a:lnTo>
                    <a:pt x="228600" y="114300"/>
                  </a:lnTo>
                  <a:lnTo>
                    <a:pt x="114300" y="22860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3" name="TextBox 183"/>
            <p:cNvSpPr txBox="1"/>
            <p:nvPr/>
          </p:nvSpPr>
          <p:spPr>
            <a:xfrm>
              <a:off x="0" y="-38100"/>
              <a:ext cx="228600" cy="266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84" name="TextBox 184"/>
          <p:cNvSpPr txBox="1"/>
          <p:nvPr/>
        </p:nvSpPr>
        <p:spPr>
          <a:xfrm>
            <a:off x="2428875" y="6038850"/>
            <a:ext cx="4572000" cy="737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399">
                <a:solidFill>
                  <a:srgbClr val="3C2D40"/>
                </a:solidFill>
                <a:latin typeface="Inter"/>
                <a:ea typeface="Inter"/>
                <a:cs typeface="Inter"/>
                <a:sym typeface="Inter"/>
              </a:rPr>
              <a:t>Pilot with speech-language pathologists</a:t>
            </a:r>
          </a:p>
        </p:txBody>
      </p:sp>
      <p:sp>
        <p:nvSpPr>
          <p:cNvPr id="185" name="TextBox 185"/>
          <p:cNvSpPr txBox="1"/>
          <p:nvPr/>
        </p:nvSpPr>
        <p:spPr>
          <a:xfrm>
            <a:off x="2428875" y="7467600"/>
            <a:ext cx="4572000" cy="737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399">
                <a:solidFill>
                  <a:srgbClr val="3C2D40"/>
                </a:solidFill>
                <a:latin typeface="Inter"/>
                <a:ea typeface="Inter"/>
                <a:cs typeface="Inter"/>
                <a:sym typeface="Inter"/>
              </a:rPr>
              <a:t>Test with people with aphasia and caregivers</a:t>
            </a:r>
          </a:p>
        </p:txBody>
      </p:sp>
      <p:sp>
        <p:nvSpPr>
          <p:cNvPr id="186" name="TextBox 186"/>
          <p:cNvSpPr txBox="1"/>
          <p:nvPr/>
        </p:nvSpPr>
        <p:spPr>
          <a:xfrm>
            <a:off x="7000875" y="6038850"/>
            <a:ext cx="4572000" cy="737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399">
                <a:solidFill>
                  <a:srgbClr val="3C2D40"/>
                </a:solidFill>
                <a:latin typeface="Inter"/>
                <a:ea typeface="Inter"/>
                <a:cs typeface="Inter"/>
                <a:sym typeface="Inter"/>
              </a:rPr>
              <a:t>Secure accounts and a therapist portal</a:t>
            </a:r>
          </a:p>
        </p:txBody>
      </p:sp>
      <p:sp>
        <p:nvSpPr>
          <p:cNvPr id="187" name="TextBox 187"/>
          <p:cNvSpPr txBox="1"/>
          <p:nvPr/>
        </p:nvSpPr>
        <p:spPr>
          <a:xfrm>
            <a:off x="7000875" y="7467600"/>
            <a:ext cx="4572000" cy="737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399">
                <a:solidFill>
                  <a:srgbClr val="3C2D40"/>
                </a:solidFill>
                <a:latin typeface="Inter"/>
                <a:ea typeface="Inter"/>
                <a:cs typeface="Inter"/>
                <a:sym typeface="Inter"/>
              </a:rPr>
              <a:t>More scenarios, more languages</a:t>
            </a:r>
          </a:p>
        </p:txBody>
      </p:sp>
      <p:sp>
        <p:nvSpPr>
          <p:cNvPr id="188" name="TextBox 188"/>
          <p:cNvSpPr txBox="1"/>
          <p:nvPr/>
        </p:nvSpPr>
        <p:spPr>
          <a:xfrm>
            <a:off x="11572875" y="6038850"/>
            <a:ext cx="4572000" cy="737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399">
                <a:solidFill>
                  <a:srgbClr val="3C2D40"/>
                </a:solidFill>
                <a:latin typeface="Inter"/>
                <a:ea typeface="Inter"/>
                <a:cs typeface="Inter"/>
                <a:sym typeface="Inter"/>
              </a:rPr>
              <a:t>Privacy and health-data compliance</a:t>
            </a:r>
          </a:p>
        </p:txBody>
      </p:sp>
      <p:sp>
        <p:nvSpPr>
          <p:cNvPr id="189" name="TextBox 189"/>
          <p:cNvSpPr txBox="1"/>
          <p:nvPr/>
        </p:nvSpPr>
        <p:spPr>
          <a:xfrm>
            <a:off x="11572875" y="7467600"/>
            <a:ext cx="4572000" cy="737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399">
                <a:solidFill>
                  <a:srgbClr val="3C2D40"/>
                </a:solidFill>
                <a:latin typeface="Inter"/>
                <a:ea typeface="Inter"/>
                <a:cs typeface="Inter"/>
                <a:sym typeface="Inter"/>
              </a:rPr>
              <a:t>Partner with clinics and stroke rehab programs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0" y="0"/>
            <a:ext cx="5884536" cy="3651284"/>
          </a:xfrm>
          <a:custGeom>
            <a:avLst/>
            <a:gdLst/>
            <a:ahLst/>
            <a:cxnLst/>
            <a:rect l="l" t="t" r="r" b="b"/>
            <a:pathLst>
              <a:path w="5884536" h="3651284">
                <a:moveTo>
                  <a:pt x="0" y="0"/>
                </a:moveTo>
                <a:lnTo>
                  <a:pt x="5884536" y="0"/>
                </a:lnTo>
                <a:lnTo>
                  <a:pt x="5884536" y="3651284"/>
                </a:lnTo>
                <a:lnTo>
                  <a:pt x="0" y="36512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4580086" y="0"/>
            <a:ext cx="3707914" cy="4722618"/>
          </a:xfrm>
          <a:custGeom>
            <a:avLst/>
            <a:gdLst/>
            <a:ahLst/>
            <a:cxnLst/>
            <a:rect l="l" t="t" r="r" b="b"/>
            <a:pathLst>
              <a:path w="3707914" h="4722618">
                <a:moveTo>
                  <a:pt x="0" y="0"/>
                </a:moveTo>
                <a:lnTo>
                  <a:pt x="3707914" y="0"/>
                </a:lnTo>
                <a:lnTo>
                  <a:pt x="3707914" y="4722618"/>
                </a:lnTo>
                <a:lnTo>
                  <a:pt x="0" y="472261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0" y="8133399"/>
            <a:ext cx="1531292" cy="2153601"/>
          </a:xfrm>
          <a:custGeom>
            <a:avLst/>
            <a:gdLst/>
            <a:ahLst/>
            <a:cxnLst/>
            <a:rect l="l" t="t" r="r" b="b"/>
            <a:pathLst>
              <a:path w="1531292" h="2153601">
                <a:moveTo>
                  <a:pt x="0" y="0"/>
                </a:moveTo>
                <a:lnTo>
                  <a:pt x="1531292" y="0"/>
                </a:lnTo>
                <a:lnTo>
                  <a:pt x="1531292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2468129" y="3317174"/>
            <a:ext cx="13064384" cy="2463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75"/>
              </a:lnSpc>
            </a:pPr>
            <a:r>
              <a:rPr lang="en-US" sz="8798" b="1" spc="-262">
                <a:solidFill>
                  <a:srgbClr val="45384A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Aphasia takes away words, not intelligence.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158571" y="6195364"/>
            <a:ext cx="9683500" cy="6159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0"/>
              </a:lnSpc>
            </a:pPr>
            <a:r>
              <a:rPr lang="en-US" sz="4447" b="1" spc="-89">
                <a:solidFill>
                  <a:srgbClr val="E0826A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Saykind helps people find them again.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301</TotalTime>
  <Words>307</Words>
  <Application>Microsoft Macintosh PowerPoint</Application>
  <PresentationFormat>Custom</PresentationFormat>
  <Paragraphs>57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2" baseType="lpstr">
      <vt:lpstr>Lexend Deca</vt:lpstr>
      <vt:lpstr>Arial</vt:lpstr>
      <vt:lpstr>TT Commons Pro Bold</vt:lpstr>
      <vt:lpstr>Century Gothic Paneuropean</vt:lpstr>
      <vt:lpstr>Atkinson Hyperlegible</vt:lpstr>
      <vt:lpstr>HK Grotesk Medium</vt:lpstr>
      <vt:lpstr>Inter</vt:lpstr>
      <vt:lpstr>Atkinson Hyperlegible Bold</vt:lpstr>
      <vt:lpstr>Evolve Sans Bold</vt:lpstr>
      <vt:lpstr>HK Grotesk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Template-Based Presentation</dc:title>
  <cp:lastModifiedBy>Piyush Sharda</cp:lastModifiedBy>
  <cp:revision>4</cp:revision>
  <dcterms:created xsi:type="dcterms:W3CDTF">2006-08-16T00:00:00Z</dcterms:created>
  <dcterms:modified xsi:type="dcterms:W3CDTF">2026-10-18T15:37:54Z</dcterms:modified>
  <dc:identifier>DAHYUcxMMGw</dc:identifier>
</cp:coreProperties>
</file>